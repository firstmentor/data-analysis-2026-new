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57" r:id="rId10"/>
    <p:sldId id="263" r:id="rId11"/>
    <p:sldId id="264" r:id="rId12"/>
    <p:sldId id="265" r:id="rId13"/>
    <p:sldId id="266" r:id="rId14"/>
    <p:sldId id="267" r:id="rId15"/>
    <p:sldId id="268" r:id="rId16"/>
    <p:sldId id="258" r:id="rId17"/>
    <p:sldId id="259" r:id="rId18"/>
    <p:sldId id="260" r:id="rId19"/>
    <p:sldId id="269" r:id="rId20"/>
    <p:sldId id="272" r:id="rId21"/>
    <p:sldId id="270" r:id="rId22"/>
    <p:sldId id="271" r:id="rId23"/>
    <p:sldId id="261" r:id="rId24"/>
    <p:sldId id="262" r:id="rId25"/>
    <p:sldId id="273" r:id="rId26"/>
    <p:sldId id="274" r:id="rId27"/>
    <p:sldId id="275" r:id="rId28"/>
    <p:sldId id="283" r:id="rId29"/>
    <p:sldId id="287" r:id="rId30"/>
    <p:sldId id="288" r:id="rId31"/>
    <p:sldId id="284" r:id="rId32"/>
    <p:sldId id="285" r:id="rId33"/>
    <p:sldId id="286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6" d="100"/>
          <a:sy n="66" d="100"/>
        </p:scale>
        <p:origin x="67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ninfosys comapny" userId="9833a2c59e40ea21" providerId="LiveId" clId="{79BAB697-A92B-4384-AF09-41B652D3384C}"/>
    <pc:docChg chg="undo custSel addSld modSld">
      <pc:chgData name="pninfosys comapny" userId="9833a2c59e40ea21" providerId="LiveId" clId="{79BAB697-A92B-4384-AF09-41B652D3384C}" dt="2026-05-19T09:46:15.310" v="524"/>
      <pc:docMkLst>
        <pc:docMk/>
      </pc:docMkLst>
      <pc:sldChg chg="delSp modSp mod">
        <pc:chgData name="pninfosys comapny" userId="9833a2c59e40ea21" providerId="LiveId" clId="{79BAB697-A92B-4384-AF09-41B652D3384C}" dt="2026-05-02T13:52:22.132" v="42" actId="113"/>
        <pc:sldMkLst>
          <pc:docMk/>
          <pc:sldMk cId="1717095962" sldId="256"/>
        </pc:sldMkLst>
        <pc:spChg chg="mod">
          <ac:chgData name="pninfosys comapny" userId="9833a2c59e40ea21" providerId="LiveId" clId="{79BAB697-A92B-4384-AF09-41B652D3384C}" dt="2026-05-02T13:52:22.132" v="42" actId="113"/>
          <ac:spMkLst>
            <pc:docMk/>
            <pc:sldMk cId="1717095962" sldId="256"/>
            <ac:spMk id="2" creationId="{57F738AA-589A-4230-9F09-7EB7955058A0}"/>
          </ac:spMkLst>
        </pc:spChg>
        <pc:spChg chg="del mod">
          <ac:chgData name="pninfosys comapny" userId="9833a2c59e40ea21" providerId="LiveId" clId="{79BAB697-A92B-4384-AF09-41B652D3384C}" dt="2026-05-02T13:50:26.749" v="9" actId="478"/>
          <ac:spMkLst>
            <pc:docMk/>
            <pc:sldMk cId="1717095962" sldId="256"/>
            <ac:spMk id="3" creationId="{7932B68C-D35B-4211-8571-AF727FDF2C76}"/>
          </ac:spMkLst>
        </pc:spChg>
      </pc:sldChg>
      <pc:sldChg chg="modSp new mod">
        <pc:chgData name="pninfosys comapny" userId="9833a2c59e40ea21" providerId="LiveId" clId="{79BAB697-A92B-4384-AF09-41B652D3384C}" dt="2026-05-02T13:52:17.124" v="40" actId="207"/>
        <pc:sldMkLst>
          <pc:docMk/>
          <pc:sldMk cId="3856632931" sldId="257"/>
        </pc:sldMkLst>
        <pc:spChg chg="mod">
          <ac:chgData name="pninfosys comapny" userId="9833a2c59e40ea21" providerId="LiveId" clId="{79BAB697-A92B-4384-AF09-41B652D3384C}" dt="2026-05-02T13:52:17.124" v="40" actId="207"/>
          <ac:spMkLst>
            <pc:docMk/>
            <pc:sldMk cId="3856632931" sldId="257"/>
            <ac:spMk id="2" creationId="{ADB0696A-4FD6-4432-8BBF-EF5C6A1FFDDB}"/>
          </ac:spMkLst>
        </pc:spChg>
        <pc:spChg chg="mod">
          <ac:chgData name="pninfosys comapny" userId="9833a2c59e40ea21" providerId="LiveId" clId="{79BAB697-A92B-4384-AF09-41B652D3384C}" dt="2026-05-02T13:51:05.113" v="17" actId="255"/>
          <ac:spMkLst>
            <pc:docMk/>
            <pc:sldMk cId="3856632931" sldId="257"/>
            <ac:spMk id="3" creationId="{F3AF8BDD-5B10-4F92-9FB8-39706F32485E}"/>
          </ac:spMkLst>
        </pc:spChg>
      </pc:sldChg>
      <pc:sldChg chg="modSp new mod">
        <pc:chgData name="pninfosys comapny" userId="9833a2c59e40ea21" providerId="LiveId" clId="{79BAB697-A92B-4384-AF09-41B652D3384C}" dt="2026-05-02T13:52:13.159" v="39" actId="113"/>
        <pc:sldMkLst>
          <pc:docMk/>
          <pc:sldMk cId="2453797286" sldId="258"/>
        </pc:sldMkLst>
        <pc:spChg chg="mod">
          <ac:chgData name="pninfosys comapny" userId="9833a2c59e40ea21" providerId="LiveId" clId="{79BAB697-A92B-4384-AF09-41B652D3384C}" dt="2026-05-02T13:52:13.159" v="39" actId="113"/>
          <ac:spMkLst>
            <pc:docMk/>
            <pc:sldMk cId="2453797286" sldId="258"/>
            <ac:spMk id="2" creationId="{B6FC67CC-7705-4BD9-83E4-1C3DC26AE7C9}"/>
          </ac:spMkLst>
        </pc:spChg>
        <pc:spChg chg="mod">
          <ac:chgData name="pninfosys comapny" userId="9833a2c59e40ea21" providerId="LiveId" clId="{79BAB697-A92B-4384-AF09-41B652D3384C}" dt="2026-05-02T13:51:51.604" v="33" actId="255"/>
          <ac:spMkLst>
            <pc:docMk/>
            <pc:sldMk cId="2453797286" sldId="258"/>
            <ac:spMk id="3" creationId="{016D15CF-DAA6-479B-B233-AB915B243BE0}"/>
          </ac:spMkLst>
        </pc:spChg>
      </pc:sldChg>
      <pc:sldChg chg="modSp new mod">
        <pc:chgData name="pninfosys comapny" userId="9833a2c59e40ea21" providerId="LiveId" clId="{79BAB697-A92B-4384-AF09-41B652D3384C}" dt="2026-05-02T13:52:58.618" v="48"/>
        <pc:sldMkLst>
          <pc:docMk/>
          <pc:sldMk cId="3976670656" sldId="259"/>
        </pc:sldMkLst>
        <pc:spChg chg="mod">
          <ac:chgData name="pninfosys comapny" userId="9833a2c59e40ea21" providerId="LiveId" clId="{79BAB697-A92B-4384-AF09-41B652D3384C}" dt="2026-05-02T13:52:07.644" v="37" actId="113"/>
          <ac:spMkLst>
            <pc:docMk/>
            <pc:sldMk cId="3976670656" sldId="259"/>
            <ac:spMk id="2" creationId="{3D4501D9-D336-43EF-969A-C23B7274532A}"/>
          </ac:spMkLst>
        </pc:spChg>
        <pc:spChg chg="mod">
          <ac:chgData name="pninfosys comapny" userId="9833a2c59e40ea21" providerId="LiveId" clId="{79BAB697-A92B-4384-AF09-41B652D3384C}" dt="2026-05-02T13:52:58.618" v="48"/>
          <ac:spMkLst>
            <pc:docMk/>
            <pc:sldMk cId="3976670656" sldId="259"/>
            <ac:spMk id="3" creationId="{8F52FEB5-9060-470A-8FEE-70D95A2EBF50}"/>
          </ac:spMkLst>
        </pc:spChg>
      </pc:sldChg>
      <pc:sldChg chg="modSp new mod">
        <pc:chgData name="pninfosys comapny" userId="9833a2c59e40ea21" providerId="LiveId" clId="{79BAB697-A92B-4384-AF09-41B652D3384C}" dt="2026-05-02T13:53:57.731" v="71" actId="255"/>
        <pc:sldMkLst>
          <pc:docMk/>
          <pc:sldMk cId="2403024039" sldId="260"/>
        </pc:sldMkLst>
        <pc:spChg chg="mod">
          <ac:chgData name="pninfosys comapny" userId="9833a2c59e40ea21" providerId="LiveId" clId="{79BAB697-A92B-4384-AF09-41B652D3384C}" dt="2026-05-02T13:53:12.817" v="52" actId="113"/>
          <ac:spMkLst>
            <pc:docMk/>
            <pc:sldMk cId="2403024039" sldId="260"/>
            <ac:spMk id="2" creationId="{A5F7DDB9-A63A-48D1-B4A3-F7B154616932}"/>
          </ac:spMkLst>
        </pc:spChg>
        <pc:spChg chg="mod">
          <ac:chgData name="pninfosys comapny" userId="9833a2c59e40ea21" providerId="LiveId" clId="{79BAB697-A92B-4384-AF09-41B652D3384C}" dt="2026-05-02T13:53:57.731" v="71" actId="255"/>
          <ac:spMkLst>
            <pc:docMk/>
            <pc:sldMk cId="2403024039" sldId="260"/>
            <ac:spMk id="3" creationId="{E718C446-E165-4177-ADD1-B28E286B3033}"/>
          </ac:spMkLst>
        </pc:spChg>
      </pc:sldChg>
      <pc:sldChg chg="modSp new mod">
        <pc:chgData name="pninfosys comapny" userId="9833a2c59e40ea21" providerId="LiveId" clId="{79BAB697-A92B-4384-AF09-41B652D3384C}" dt="2026-05-02T13:54:24.156" v="77" actId="113"/>
        <pc:sldMkLst>
          <pc:docMk/>
          <pc:sldMk cId="2055149898" sldId="261"/>
        </pc:sldMkLst>
        <pc:spChg chg="mod">
          <ac:chgData name="pninfosys comapny" userId="9833a2c59e40ea21" providerId="LiveId" clId="{79BAB697-A92B-4384-AF09-41B652D3384C}" dt="2026-05-02T13:54:13.745" v="74" actId="207"/>
          <ac:spMkLst>
            <pc:docMk/>
            <pc:sldMk cId="2055149898" sldId="261"/>
            <ac:spMk id="2" creationId="{CAAE3440-8608-47FF-9114-4A11BB64AD72}"/>
          </ac:spMkLst>
        </pc:spChg>
        <pc:spChg chg="mod">
          <ac:chgData name="pninfosys comapny" userId="9833a2c59e40ea21" providerId="LiveId" clId="{79BAB697-A92B-4384-AF09-41B652D3384C}" dt="2026-05-02T13:54:24.156" v="77" actId="113"/>
          <ac:spMkLst>
            <pc:docMk/>
            <pc:sldMk cId="2055149898" sldId="261"/>
            <ac:spMk id="3" creationId="{2B9CE35F-F67B-4BB4-AB8F-384F28C63E51}"/>
          </ac:spMkLst>
        </pc:spChg>
      </pc:sldChg>
      <pc:sldChg chg="addSp delSp modSp new mod">
        <pc:chgData name="pninfosys comapny" userId="9833a2c59e40ea21" providerId="LiveId" clId="{79BAB697-A92B-4384-AF09-41B652D3384C}" dt="2026-05-02T13:55:56.049" v="115" actId="27636"/>
        <pc:sldMkLst>
          <pc:docMk/>
          <pc:sldMk cId="330549418" sldId="262"/>
        </pc:sldMkLst>
        <pc:spChg chg="mod">
          <ac:chgData name="pninfosys comapny" userId="9833a2c59e40ea21" providerId="LiveId" clId="{79BAB697-A92B-4384-AF09-41B652D3384C}" dt="2026-05-02T13:54:40.467" v="81" actId="113"/>
          <ac:spMkLst>
            <pc:docMk/>
            <pc:sldMk cId="330549418" sldId="262"/>
            <ac:spMk id="2" creationId="{A6659067-07B1-43E3-A22F-408E7523CFE9}"/>
          </ac:spMkLst>
        </pc:spChg>
        <pc:spChg chg="mod">
          <ac:chgData name="pninfosys comapny" userId="9833a2c59e40ea21" providerId="LiveId" clId="{79BAB697-A92B-4384-AF09-41B652D3384C}" dt="2026-05-02T13:55:56.049" v="115" actId="27636"/>
          <ac:spMkLst>
            <pc:docMk/>
            <pc:sldMk cId="330549418" sldId="262"/>
            <ac:spMk id="3" creationId="{3BBFB44C-2D15-4E33-91B5-7FC8CB5A6C63}"/>
          </ac:spMkLst>
        </pc:spChg>
        <pc:spChg chg="add del">
          <ac:chgData name="pninfosys comapny" userId="9833a2c59e40ea21" providerId="LiveId" clId="{79BAB697-A92B-4384-AF09-41B652D3384C}" dt="2026-05-02T13:55:29.652" v="102"/>
          <ac:spMkLst>
            <pc:docMk/>
            <pc:sldMk cId="330549418" sldId="262"/>
            <ac:spMk id="4" creationId="{8E043F83-8F07-45F2-8FE7-9EAE5BEDD973}"/>
          </ac:spMkLst>
        </pc:spChg>
      </pc:sldChg>
      <pc:sldChg chg="addSp delSp modSp new mod">
        <pc:chgData name="pninfosys comapny" userId="9833a2c59e40ea21" providerId="LiveId" clId="{79BAB697-A92B-4384-AF09-41B652D3384C}" dt="2026-05-02T14:03:24.547" v="151" actId="27636"/>
        <pc:sldMkLst>
          <pc:docMk/>
          <pc:sldMk cId="1100114714" sldId="263"/>
        </pc:sldMkLst>
        <pc:spChg chg="mod">
          <ac:chgData name="pninfosys comapny" userId="9833a2c59e40ea21" providerId="LiveId" clId="{79BAB697-A92B-4384-AF09-41B652D3384C}" dt="2026-05-02T14:01:44.118" v="120"/>
          <ac:spMkLst>
            <pc:docMk/>
            <pc:sldMk cId="1100114714" sldId="263"/>
            <ac:spMk id="2" creationId="{4746FF73-6EAB-4512-97E1-A67500E3EB97}"/>
          </ac:spMkLst>
        </pc:spChg>
        <pc:spChg chg="mod">
          <ac:chgData name="pninfosys comapny" userId="9833a2c59e40ea21" providerId="LiveId" clId="{79BAB697-A92B-4384-AF09-41B652D3384C}" dt="2026-05-02T14:03:24.547" v="151" actId="27636"/>
          <ac:spMkLst>
            <pc:docMk/>
            <pc:sldMk cId="1100114714" sldId="263"/>
            <ac:spMk id="3" creationId="{D90E04BA-BDA6-4032-B09A-B37F2233D1D3}"/>
          </ac:spMkLst>
        </pc:spChg>
        <pc:spChg chg="add del">
          <ac:chgData name="pninfosys comapny" userId="9833a2c59e40ea21" providerId="LiveId" clId="{79BAB697-A92B-4384-AF09-41B652D3384C}" dt="2026-05-02T14:02:21.176" v="124"/>
          <ac:spMkLst>
            <pc:docMk/>
            <pc:sldMk cId="1100114714" sldId="263"/>
            <ac:spMk id="4" creationId="{1328F536-D9A5-4AE1-8FC7-90C1D7E59337}"/>
          </ac:spMkLst>
        </pc:spChg>
        <pc:spChg chg="add del">
          <ac:chgData name="pninfosys comapny" userId="9833a2c59e40ea21" providerId="LiveId" clId="{79BAB697-A92B-4384-AF09-41B652D3384C}" dt="2026-05-02T14:02:22.983" v="126"/>
          <ac:spMkLst>
            <pc:docMk/>
            <pc:sldMk cId="1100114714" sldId="263"/>
            <ac:spMk id="5" creationId="{33496C16-1818-45EC-99D9-393CE7945AC5}"/>
          </ac:spMkLst>
        </pc:spChg>
      </pc:sldChg>
      <pc:sldChg chg="addSp delSp modSp new mod">
        <pc:chgData name="pninfosys comapny" userId="9833a2c59e40ea21" providerId="LiveId" clId="{79BAB697-A92B-4384-AF09-41B652D3384C}" dt="2026-05-02T14:05:26.217" v="182" actId="27636"/>
        <pc:sldMkLst>
          <pc:docMk/>
          <pc:sldMk cId="3852947120" sldId="264"/>
        </pc:sldMkLst>
        <pc:spChg chg="add del mod">
          <ac:chgData name="pninfosys comapny" userId="9833a2c59e40ea21" providerId="LiveId" clId="{79BAB697-A92B-4384-AF09-41B652D3384C}" dt="2026-05-02T14:04:12.041" v="153" actId="207"/>
          <ac:spMkLst>
            <pc:docMk/>
            <pc:sldMk cId="3852947120" sldId="264"/>
            <ac:spMk id="2" creationId="{94F653EA-ECA1-4501-B0CF-0ED9D69C24CE}"/>
          </ac:spMkLst>
        </pc:spChg>
        <pc:spChg chg="add del mod">
          <ac:chgData name="pninfosys comapny" userId="9833a2c59e40ea21" providerId="LiveId" clId="{79BAB697-A92B-4384-AF09-41B652D3384C}" dt="2026-05-02T14:05:26.217" v="182" actId="27636"/>
          <ac:spMkLst>
            <pc:docMk/>
            <pc:sldMk cId="3852947120" sldId="264"/>
            <ac:spMk id="3" creationId="{F227F62F-2236-4192-AAB7-47C7B303C659}"/>
          </ac:spMkLst>
        </pc:spChg>
        <pc:spChg chg="add del mod">
          <ac:chgData name="pninfosys comapny" userId="9833a2c59e40ea21" providerId="LiveId" clId="{79BAB697-A92B-4384-AF09-41B652D3384C}" dt="2026-05-02T14:02:32.345" v="129"/>
          <ac:spMkLst>
            <pc:docMk/>
            <pc:sldMk cId="3852947120" sldId="264"/>
            <ac:spMk id="4" creationId="{5D68E3B9-F714-45A4-B8AE-7A908A3062F8}"/>
          </ac:spMkLst>
        </pc:spChg>
        <pc:spChg chg="add del mod">
          <ac:chgData name="pninfosys comapny" userId="9833a2c59e40ea21" providerId="LiveId" clId="{79BAB697-A92B-4384-AF09-41B652D3384C}" dt="2026-05-02T14:02:37.949" v="133"/>
          <ac:spMkLst>
            <pc:docMk/>
            <pc:sldMk cId="3852947120" sldId="264"/>
            <ac:spMk id="5" creationId="{66EB1D2A-D365-4391-91B6-306CC983B03D}"/>
          </ac:spMkLst>
        </pc:spChg>
      </pc:sldChg>
      <pc:sldChg chg="modSp new mod">
        <pc:chgData name="pninfosys comapny" userId="9833a2c59e40ea21" providerId="LiveId" clId="{79BAB697-A92B-4384-AF09-41B652D3384C}" dt="2026-05-02T14:06:20.174" v="192" actId="255"/>
        <pc:sldMkLst>
          <pc:docMk/>
          <pc:sldMk cId="4278195071" sldId="265"/>
        </pc:sldMkLst>
        <pc:spChg chg="mod">
          <ac:chgData name="pninfosys comapny" userId="9833a2c59e40ea21" providerId="LiveId" clId="{79BAB697-A92B-4384-AF09-41B652D3384C}" dt="2026-05-02T14:06:04.213" v="187" actId="14100"/>
          <ac:spMkLst>
            <pc:docMk/>
            <pc:sldMk cId="4278195071" sldId="265"/>
            <ac:spMk id="2" creationId="{6EE470FA-7BD3-4065-A216-8E2C2941F589}"/>
          </ac:spMkLst>
        </pc:spChg>
        <pc:spChg chg="mod">
          <ac:chgData name="pninfosys comapny" userId="9833a2c59e40ea21" providerId="LiveId" clId="{79BAB697-A92B-4384-AF09-41B652D3384C}" dt="2026-05-02T14:06:20.174" v="192" actId="255"/>
          <ac:spMkLst>
            <pc:docMk/>
            <pc:sldMk cId="4278195071" sldId="265"/>
            <ac:spMk id="3" creationId="{6787639C-434C-4260-AAF8-77D46315B6E9}"/>
          </ac:spMkLst>
        </pc:spChg>
      </pc:sldChg>
      <pc:sldChg chg="modSp new mod">
        <pc:chgData name="pninfosys comapny" userId="9833a2c59e40ea21" providerId="LiveId" clId="{79BAB697-A92B-4384-AF09-41B652D3384C}" dt="2026-05-02T14:07:31.306" v="235" actId="207"/>
        <pc:sldMkLst>
          <pc:docMk/>
          <pc:sldMk cId="917021245" sldId="266"/>
        </pc:sldMkLst>
        <pc:spChg chg="mod">
          <ac:chgData name="pninfosys comapny" userId="9833a2c59e40ea21" providerId="LiveId" clId="{79BAB697-A92B-4384-AF09-41B652D3384C}" dt="2026-05-02T14:06:38.449" v="199" actId="27636"/>
          <ac:spMkLst>
            <pc:docMk/>
            <pc:sldMk cId="917021245" sldId="266"/>
            <ac:spMk id="2" creationId="{FDDC9DAA-310A-41CB-81DC-9DD3E3A8315B}"/>
          </ac:spMkLst>
        </pc:spChg>
        <pc:spChg chg="mod">
          <ac:chgData name="pninfosys comapny" userId="9833a2c59e40ea21" providerId="LiveId" clId="{79BAB697-A92B-4384-AF09-41B652D3384C}" dt="2026-05-02T14:07:31.306" v="235" actId="207"/>
          <ac:spMkLst>
            <pc:docMk/>
            <pc:sldMk cId="917021245" sldId="266"/>
            <ac:spMk id="3" creationId="{9F2C6E26-BC9C-4E49-A123-EF1A76C2072A}"/>
          </ac:spMkLst>
        </pc:spChg>
      </pc:sldChg>
      <pc:sldChg chg="addSp delSp modSp new mod">
        <pc:chgData name="pninfosys comapny" userId="9833a2c59e40ea21" providerId="LiveId" clId="{79BAB697-A92B-4384-AF09-41B652D3384C}" dt="2026-05-02T14:08:17.900" v="240" actId="255"/>
        <pc:sldMkLst>
          <pc:docMk/>
          <pc:sldMk cId="3829937811" sldId="267"/>
        </pc:sldMkLst>
        <pc:spChg chg="mod">
          <ac:chgData name="pninfosys comapny" userId="9833a2c59e40ea21" providerId="LiveId" clId="{79BAB697-A92B-4384-AF09-41B652D3384C}" dt="2026-05-02T14:08:05.766" v="238" actId="207"/>
          <ac:spMkLst>
            <pc:docMk/>
            <pc:sldMk cId="3829937811" sldId="267"/>
            <ac:spMk id="2" creationId="{8CDBD8A8-A09D-4497-BC29-BEFEA4C94C57}"/>
          </ac:spMkLst>
        </pc:spChg>
        <pc:spChg chg="del">
          <ac:chgData name="pninfosys comapny" userId="9833a2c59e40ea21" providerId="LiveId" clId="{79BAB697-A92B-4384-AF09-41B652D3384C}" dt="2026-05-02T14:08:09.966" v="239"/>
          <ac:spMkLst>
            <pc:docMk/>
            <pc:sldMk cId="3829937811" sldId="267"/>
            <ac:spMk id="3" creationId="{01009698-686F-4B10-89BE-8B7577143F4B}"/>
          </ac:spMkLst>
        </pc:spChg>
        <pc:spChg chg="add mod">
          <ac:chgData name="pninfosys comapny" userId="9833a2c59e40ea21" providerId="LiveId" clId="{79BAB697-A92B-4384-AF09-41B652D3384C}" dt="2026-05-02T14:08:17.900" v="240" actId="255"/>
          <ac:spMkLst>
            <pc:docMk/>
            <pc:sldMk cId="3829937811" sldId="267"/>
            <ac:spMk id="4" creationId="{7B9274E9-AF98-4E55-A40D-4E7C13159ACE}"/>
          </ac:spMkLst>
        </pc:spChg>
      </pc:sldChg>
      <pc:sldChg chg="modSp new mod">
        <pc:chgData name="pninfosys comapny" userId="9833a2c59e40ea21" providerId="LiveId" clId="{79BAB697-A92B-4384-AF09-41B652D3384C}" dt="2026-05-02T14:08:51.977" v="244" actId="207"/>
        <pc:sldMkLst>
          <pc:docMk/>
          <pc:sldMk cId="1570406078" sldId="268"/>
        </pc:sldMkLst>
        <pc:spChg chg="mod">
          <ac:chgData name="pninfosys comapny" userId="9833a2c59e40ea21" providerId="LiveId" clId="{79BAB697-A92B-4384-AF09-41B652D3384C}" dt="2026-05-02T14:08:51.977" v="244" actId="207"/>
          <ac:spMkLst>
            <pc:docMk/>
            <pc:sldMk cId="1570406078" sldId="268"/>
            <ac:spMk id="3" creationId="{4CACE4CA-6513-4820-9F3E-2B93DD65CBFE}"/>
          </ac:spMkLst>
        </pc:spChg>
      </pc:sldChg>
      <pc:sldChg chg="addSp delSp modSp new mod">
        <pc:chgData name="pninfosys comapny" userId="9833a2c59e40ea21" providerId="LiveId" clId="{79BAB697-A92B-4384-AF09-41B652D3384C}" dt="2026-05-05T07:56:03.666" v="250" actId="1076"/>
        <pc:sldMkLst>
          <pc:docMk/>
          <pc:sldMk cId="63843044" sldId="269"/>
        </pc:sldMkLst>
        <pc:spChg chg="del">
          <ac:chgData name="pninfosys comapny" userId="9833a2c59e40ea21" providerId="LiveId" clId="{79BAB697-A92B-4384-AF09-41B652D3384C}" dt="2026-05-05T07:55:52.363" v="246" actId="931"/>
          <ac:spMkLst>
            <pc:docMk/>
            <pc:sldMk cId="63843044" sldId="269"/>
            <ac:spMk id="3" creationId="{57BD8D12-7503-407B-B96F-68499B122323}"/>
          </ac:spMkLst>
        </pc:spChg>
        <pc:picChg chg="add mod">
          <ac:chgData name="pninfosys comapny" userId="9833a2c59e40ea21" providerId="LiveId" clId="{79BAB697-A92B-4384-AF09-41B652D3384C}" dt="2026-05-05T07:56:03.666" v="250" actId="1076"/>
          <ac:picMkLst>
            <pc:docMk/>
            <pc:sldMk cId="63843044" sldId="269"/>
            <ac:picMk id="5" creationId="{49ACF1D8-D179-4701-BA38-85D288EC854B}"/>
          </ac:picMkLst>
        </pc:picChg>
      </pc:sldChg>
      <pc:sldChg chg="addSp delSp modSp new mod">
        <pc:chgData name="pninfosys comapny" userId="9833a2c59e40ea21" providerId="LiveId" clId="{79BAB697-A92B-4384-AF09-41B652D3384C}" dt="2026-05-05T08:03:59.399" v="325" actId="20577"/>
        <pc:sldMkLst>
          <pc:docMk/>
          <pc:sldMk cId="1687458045" sldId="270"/>
        </pc:sldMkLst>
        <pc:spChg chg="mod">
          <ac:chgData name="pninfosys comapny" userId="9833a2c59e40ea21" providerId="LiveId" clId="{79BAB697-A92B-4384-AF09-41B652D3384C}" dt="2026-05-05T08:03:05.322" v="262" actId="20577"/>
          <ac:spMkLst>
            <pc:docMk/>
            <pc:sldMk cId="1687458045" sldId="270"/>
            <ac:spMk id="2" creationId="{5D7A5F72-FB26-415D-A72F-BF49355B7D5F}"/>
          </ac:spMkLst>
        </pc:spChg>
        <pc:spChg chg="del">
          <ac:chgData name="pninfosys comapny" userId="9833a2c59e40ea21" providerId="LiveId" clId="{79BAB697-A92B-4384-AF09-41B652D3384C}" dt="2026-05-05T08:00:37.823" v="252"/>
          <ac:spMkLst>
            <pc:docMk/>
            <pc:sldMk cId="1687458045" sldId="270"/>
            <ac:spMk id="3" creationId="{299BC67E-0210-4AC7-87FE-6B2ABDD11DFC}"/>
          </ac:spMkLst>
        </pc:spChg>
        <pc:spChg chg="add mod">
          <ac:chgData name="pninfosys comapny" userId="9833a2c59e40ea21" providerId="LiveId" clId="{79BAB697-A92B-4384-AF09-41B652D3384C}" dt="2026-05-05T08:03:59.399" v="325" actId="20577"/>
          <ac:spMkLst>
            <pc:docMk/>
            <pc:sldMk cId="1687458045" sldId="270"/>
            <ac:spMk id="4" creationId="{D51EAB8D-8D73-4E50-BF6E-0509377D32A9}"/>
          </ac:spMkLst>
        </pc:spChg>
        <pc:spChg chg="add del">
          <ac:chgData name="pninfosys comapny" userId="9833a2c59e40ea21" providerId="LiveId" clId="{79BAB697-A92B-4384-AF09-41B652D3384C}" dt="2026-05-05T08:02:52.445" v="256"/>
          <ac:spMkLst>
            <pc:docMk/>
            <pc:sldMk cId="1687458045" sldId="270"/>
            <ac:spMk id="5" creationId="{6DB748D6-27FC-416E-B650-D1CD6A655512}"/>
          </ac:spMkLst>
        </pc:spChg>
        <pc:spChg chg="add del">
          <ac:chgData name="pninfosys comapny" userId="9833a2c59e40ea21" providerId="LiveId" clId="{79BAB697-A92B-4384-AF09-41B652D3384C}" dt="2026-05-05T08:03:02.827" v="261"/>
          <ac:spMkLst>
            <pc:docMk/>
            <pc:sldMk cId="1687458045" sldId="270"/>
            <ac:spMk id="6" creationId="{C6D77473-59B9-4A15-8A7C-F0956120C6FB}"/>
          </ac:spMkLst>
        </pc:spChg>
        <pc:spChg chg="add del">
          <ac:chgData name="pninfosys comapny" userId="9833a2c59e40ea21" providerId="LiveId" clId="{79BAB697-A92B-4384-AF09-41B652D3384C}" dt="2026-05-05T08:03:06.560" v="264"/>
          <ac:spMkLst>
            <pc:docMk/>
            <pc:sldMk cId="1687458045" sldId="270"/>
            <ac:spMk id="7" creationId="{4F0EB6B0-7934-4F02-B982-A36DBE6D98C4}"/>
          </ac:spMkLst>
        </pc:spChg>
      </pc:sldChg>
      <pc:sldChg chg="addSp delSp modSp new mod">
        <pc:chgData name="pninfosys comapny" userId="9833a2c59e40ea21" providerId="LiveId" clId="{79BAB697-A92B-4384-AF09-41B652D3384C}" dt="2026-05-05T08:31:19.122" v="349" actId="27636"/>
        <pc:sldMkLst>
          <pc:docMk/>
          <pc:sldMk cId="3971386614" sldId="271"/>
        </pc:sldMkLst>
        <pc:spChg chg="mod">
          <ac:chgData name="pninfosys comapny" userId="9833a2c59e40ea21" providerId="LiveId" clId="{79BAB697-A92B-4384-AF09-41B652D3384C}" dt="2026-05-05T08:29:58.885" v="327"/>
          <ac:spMkLst>
            <pc:docMk/>
            <pc:sldMk cId="3971386614" sldId="271"/>
            <ac:spMk id="2" creationId="{C3E0DCC0-4653-44D6-B3F5-D37308D36A65}"/>
          </ac:spMkLst>
        </pc:spChg>
        <pc:spChg chg="mod">
          <ac:chgData name="pninfosys comapny" userId="9833a2c59e40ea21" providerId="LiveId" clId="{79BAB697-A92B-4384-AF09-41B652D3384C}" dt="2026-05-05T08:31:19.122" v="349" actId="27636"/>
          <ac:spMkLst>
            <pc:docMk/>
            <pc:sldMk cId="3971386614" sldId="271"/>
            <ac:spMk id="3" creationId="{6D1A0F28-95DC-42BB-B876-0179EFDF7CAC}"/>
          </ac:spMkLst>
        </pc:spChg>
        <pc:spChg chg="add del">
          <ac:chgData name="pninfosys comapny" userId="9833a2c59e40ea21" providerId="LiveId" clId="{79BAB697-A92B-4384-AF09-41B652D3384C}" dt="2026-05-05T08:30:10.305" v="331"/>
          <ac:spMkLst>
            <pc:docMk/>
            <pc:sldMk cId="3971386614" sldId="271"/>
            <ac:spMk id="4" creationId="{011D5F3B-44BB-4663-AEAE-C5659D22F4BB}"/>
          </ac:spMkLst>
        </pc:spChg>
      </pc:sldChg>
      <pc:sldChg chg="addSp delSp modSp new mod">
        <pc:chgData name="pninfosys comapny" userId="9833a2c59e40ea21" providerId="LiveId" clId="{79BAB697-A92B-4384-AF09-41B652D3384C}" dt="2026-05-05T09:30:43.048" v="353" actId="1076"/>
        <pc:sldMkLst>
          <pc:docMk/>
          <pc:sldMk cId="860167426" sldId="272"/>
        </pc:sldMkLst>
        <pc:spChg chg="del">
          <ac:chgData name="pninfosys comapny" userId="9833a2c59e40ea21" providerId="LiveId" clId="{79BAB697-A92B-4384-AF09-41B652D3384C}" dt="2026-05-05T09:30:38.578" v="351" actId="931"/>
          <ac:spMkLst>
            <pc:docMk/>
            <pc:sldMk cId="860167426" sldId="272"/>
            <ac:spMk id="3" creationId="{E8A8F858-F861-478D-959D-E406D0248555}"/>
          </ac:spMkLst>
        </pc:spChg>
        <pc:picChg chg="add mod">
          <ac:chgData name="pninfosys comapny" userId="9833a2c59e40ea21" providerId="LiveId" clId="{79BAB697-A92B-4384-AF09-41B652D3384C}" dt="2026-05-05T09:30:43.048" v="353" actId="1076"/>
          <ac:picMkLst>
            <pc:docMk/>
            <pc:sldMk cId="860167426" sldId="272"/>
            <ac:picMk id="5" creationId="{049A9322-712A-4052-AFAF-07F8AE953ED6}"/>
          </ac:picMkLst>
        </pc:picChg>
      </pc:sldChg>
      <pc:sldChg chg="addSp delSp modSp new mod">
        <pc:chgData name="pninfosys comapny" userId="9833a2c59e40ea21" providerId="LiveId" clId="{79BAB697-A92B-4384-AF09-41B652D3384C}" dt="2026-05-07T08:19:29.433" v="359" actId="14100"/>
        <pc:sldMkLst>
          <pc:docMk/>
          <pc:sldMk cId="4115428697" sldId="273"/>
        </pc:sldMkLst>
        <pc:spChg chg="del">
          <ac:chgData name="pninfosys comapny" userId="9833a2c59e40ea21" providerId="LiveId" clId="{79BAB697-A92B-4384-AF09-41B652D3384C}" dt="2026-05-07T08:19:21.689" v="355" actId="22"/>
          <ac:spMkLst>
            <pc:docMk/>
            <pc:sldMk cId="4115428697" sldId="273"/>
            <ac:spMk id="3" creationId="{ABFEF36C-E9E8-47CA-BE1F-4A1A4820E003}"/>
          </ac:spMkLst>
        </pc:spChg>
        <pc:picChg chg="add mod ord">
          <ac:chgData name="pninfosys comapny" userId="9833a2c59e40ea21" providerId="LiveId" clId="{79BAB697-A92B-4384-AF09-41B652D3384C}" dt="2026-05-07T08:19:29.433" v="359" actId="14100"/>
          <ac:picMkLst>
            <pc:docMk/>
            <pc:sldMk cId="4115428697" sldId="273"/>
            <ac:picMk id="5" creationId="{9C8CA35E-332F-4833-9551-ECE274668B4F}"/>
          </ac:picMkLst>
        </pc:picChg>
      </pc:sldChg>
      <pc:sldChg chg="addSp delSp modSp new mod">
        <pc:chgData name="pninfosys comapny" userId="9833a2c59e40ea21" providerId="LiveId" clId="{79BAB697-A92B-4384-AF09-41B652D3384C}" dt="2026-05-07T09:41:04.394" v="362" actId="14100"/>
        <pc:sldMkLst>
          <pc:docMk/>
          <pc:sldMk cId="4077428886" sldId="274"/>
        </pc:sldMkLst>
        <pc:spChg chg="del">
          <ac:chgData name="pninfosys comapny" userId="9833a2c59e40ea21" providerId="LiveId" clId="{79BAB697-A92B-4384-AF09-41B652D3384C}" dt="2026-05-07T09:41:02.190" v="361" actId="22"/>
          <ac:spMkLst>
            <pc:docMk/>
            <pc:sldMk cId="4077428886" sldId="274"/>
            <ac:spMk id="3" creationId="{998531D5-5171-4174-94B2-9C1528168395}"/>
          </ac:spMkLst>
        </pc:spChg>
        <pc:picChg chg="add mod ord">
          <ac:chgData name="pninfosys comapny" userId="9833a2c59e40ea21" providerId="LiveId" clId="{79BAB697-A92B-4384-AF09-41B652D3384C}" dt="2026-05-07T09:41:04.394" v="362" actId="14100"/>
          <ac:picMkLst>
            <pc:docMk/>
            <pc:sldMk cId="4077428886" sldId="274"/>
            <ac:picMk id="5" creationId="{6D14C7E0-8862-4B21-A41A-2FEFAA1B7F88}"/>
          </ac:picMkLst>
        </pc:picChg>
      </pc:sldChg>
      <pc:sldChg chg="addSp delSp modSp new mod">
        <pc:chgData name="pninfosys comapny" userId="9833a2c59e40ea21" providerId="LiveId" clId="{79BAB697-A92B-4384-AF09-41B652D3384C}" dt="2026-05-07T09:46:39.373" v="365" actId="14100"/>
        <pc:sldMkLst>
          <pc:docMk/>
          <pc:sldMk cId="3056503752" sldId="275"/>
        </pc:sldMkLst>
        <pc:spChg chg="del">
          <ac:chgData name="pninfosys comapny" userId="9833a2c59e40ea21" providerId="LiveId" clId="{79BAB697-A92B-4384-AF09-41B652D3384C}" dt="2026-05-07T09:46:36.459" v="364" actId="22"/>
          <ac:spMkLst>
            <pc:docMk/>
            <pc:sldMk cId="3056503752" sldId="275"/>
            <ac:spMk id="3" creationId="{2C65EAFC-5D09-4643-ABE4-D9700E34FD8A}"/>
          </ac:spMkLst>
        </pc:spChg>
        <pc:picChg chg="add mod ord">
          <ac:chgData name="pninfosys comapny" userId="9833a2c59e40ea21" providerId="LiveId" clId="{79BAB697-A92B-4384-AF09-41B652D3384C}" dt="2026-05-07T09:46:39.373" v="365" actId="14100"/>
          <ac:picMkLst>
            <pc:docMk/>
            <pc:sldMk cId="3056503752" sldId="275"/>
            <ac:picMk id="5" creationId="{82EE8B38-C768-476A-A48E-41BBB901CC06}"/>
          </ac:picMkLst>
        </pc:picChg>
      </pc:sldChg>
      <pc:sldChg chg="addSp delSp modSp new mod">
        <pc:chgData name="pninfosys comapny" userId="9833a2c59e40ea21" providerId="LiveId" clId="{79BAB697-A92B-4384-AF09-41B652D3384C}" dt="2026-05-08T14:26:20.936" v="397" actId="113"/>
        <pc:sldMkLst>
          <pc:docMk/>
          <pc:sldMk cId="2563499831" sldId="276"/>
        </pc:sldMkLst>
        <pc:spChg chg="mod">
          <ac:chgData name="pninfosys comapny" userId="9833a2c59e40ea21" providerId="LiveId" clId="{79BAB697-A92B-4384-AF09-41B652D3384C}" dt="2026-05-08T14:23:52.280" v="374" actId="14100"/>
          <ac:spMkLst>
            <pc:docMk/>
            <pc:sldMk cId="2563499831" sldId="276"/>
            <ac:spMk id="2" creationId="{BAD4F8BD-C182-45A8-87DB-BBA8B00D97EC}"/>
          </ac:spMkLst>
        </pc:spChg>
        <pc:spChg chg="mod">
          <ac:chgData name="pninfosys comapny" userId="9833a2c59e40ea21" providerId="LiveId" clId="{79BAB697-A92B-4384-AF09-41B652D3384C}" dt="2026-05-08T14:26:20.936" v="397" actId="113"/>
          <ac:spMkLst>
            <pc:docMk/>
            <pc:sldMk cId="2563499831" sldId="276"/>
            <ac:spMk id="3" creationId="{D995EA4C-3CE5-4FBA-9197-06964D88FBDC}"/>
          </ac:spMkLst>
        </pc:spChg>
        <pc:spChg chg="add del">
          <ac:chgData name="pninfosys comapny" userId="9833a2c59e40ea21" providerId="LiveId" clId="{79BAB697-A92B-4384-AF09-41B652D3384C}" dt="2026-05-08T14:24:10.119" v="380"/>
          <ac:spMkLst>
            <pc:docMk/>
            <pc:sldMk cId="2563499831" sldId="276"/>
            <ac:spMk id="4" creationId="{F1C0596C-2CB4-4CB5-9EA8-EA1079267C99}"/>
          </ac:spMkLst>
        </pc:spChg>
      </pc:sldChg>
      <pc:sldChg chg="modSp new mod">
        <pc:chgData name="pninfosys comapny" userId="9833a2c59e40ea21" providerId="LiveId" clId="{79BAB697-A92B-4384-AF09-41B652D3384C}" dt="2026-05-08T14:39:39.956" v="458" actId="15"/>
        <pc:sldMkLst>
          <pc:docMk/>
          <pc:sldMk cId="1083778854" sldId="277"/>
        </pc:sldMkLst>
        <pc:spChg chg="mod">
          <ac:chgData name="pninfosys comapny" userId="9833a2c59e40ea21" providerId="LiveId" clId="{79BAB697-A92B-4384-AF09-41B652D3384C}" dt="2026-05-08T14:27:32.439" v="411" actId="207"/>
          <ac:spMkLst>
            <pc:docMk/>
            <pc:sldMk cId="1083778854" sldId="277"/>
            <ac:spMk id="2" creationId="{193F2200-1111-4565-9EA9-3E24DFD20C63}"/>
          </ac:spMkLst>
        </pc:spChg>
        <pc:spChg chg="mod">
          <ac:chgData name="pninfosys comapny" userId="9833a2c59e40ea21" providerId="LiveId" clId="{79BAB697-A92B-4384-AF09-41B652D3384C}" dt="2026-05-08T14:39:39.956" v="458" actId="15"/>
          <ac:spMkLst>
            <pc:docMk/>
            <pc:sldMk cId="1083778854" sldId="277"/>
            <ac:spMk id="3" creationId="{3A6BA94C-5308-4D77-8960-2006A48FE0DD}"/>
          </ac:spMkLst>
        </pc:spChg>
      </pc:sldChg>
      <pc:sldChg chg="addSp delSp modSp new mod">
        <pc:chgData name="pninfosys comapny" userId="9833a2c59e40ea21" providerId="LiveId" clId="{79BAB697-A92B-4384-AF09-41B652D3384C}" dt="2026-05-08T14:29:10.473" v="431"/>
        <pc:sldMkLst>
          <pc:docMk/>
          <pc:sldMk cId="3331300971" sldId="278"/>
        </pc:sldMkLst>
        <pc:spChg chg="mod">
          <ac:chgData name="pninfosys comapny" userId="9833a2c59e40ea21" providerId="LiveId" clId="{79BAB697-A92B-4384-AF09-41B652D3384C}" dt="2026-05-08T14:27:53.633" v="416" actId="207"/>
          <ac:spMkLst>
            <pc:docMk/>
            <pc:sldMk cId="3331300971" sldId="278"/>
            <ac:spMk id="2" creationId="{16236F76-9267-432E-9204-36266D442998}"/>
          </ac:spMkLst>
        </pc:spChg>
        <pc:spChg chg="mod">
          <ac:chgData name="pninfosys comapny" userId="9833a2c59e40ea21" providerId="LiveId" clId="{79BAB697-A92B-4384-AF09-41B652D3384C}" dt="2026-05-08T14:29:10.473" v="431"/>
          <ac:spMkLst>
            <pc:docMk/>
            <pc:sldMk cId="3331300971" sldId="278"/>
            <ac:spMk id="3" creationId="{FF9802AB-8414-42C7-A588-85F65FEB1FD0}"/>
          </ac:spMkLst>
        </pc:spChg>
        <pc:spChg chg="add del">
          <ac:chgData name="pninfosys comapny" userId="9833a2c59e40ea21" providerId="LiveId" clId="{79BAB697-A92B-4384-AF09-41B652D3384C}" dt="2026-05-08T14:28:46.324" v="421"/>
          <ac:spMkLst>
            <pc:docMk/>
            <pc:sldMk cId="3331300971" sldId="278"/>
            <ac:spMk id="4" creationId="{4755AAB1-0540-4378-8196-6FD6E47EC2C5}"/>
          </ac:spMkLst>
        </pc:spChg>
        <pc:spChg chg="add del">
          <ac:chgData name="pninfosys comapny" userId="9833a2c59e40ea21" providerId="LiveId" clId="{79BAB697-A92B-4384-AF09-41B652D3384C}" dt="2026-05-08T14:28:48.778" v="424"/>
          <ac:spMkLst>
            <pc:docMk/>
            <pc:sldMk cId="3331300971" sldId="278"/>
            <ac:spMk id="5" creationId="{F7A7191D-2E8C-49C6-A2A9-05199A18166B}"/>
          </ac:spMkLst>
        </pc:spChg>
      </pc:sldChg>
      <pc:sldChg chg="modSp new mod">
        <pc:chgData name="pninfosys comapny" userId="9833a2c59e40ea21" providerId="LiveId" clId="{79BAB697-A92B-4384-AF09-41B652D3384C}" dt="2026-05-08T14:29:53.673" v="444" actId="20577"/>
        <pc:sldMkLst>
          <pc:docMk/>
          <pc:sldMk cId="459770696" sldId="279"/>
        </pc:sldMkLst>
        <pc:spChg chg="mod">
          <ac:chgData name="pninfosys comapny" userId="9833a2c59e40ea21" providerId="LiveId" clId="{79BAB697-A92B-4384-AF09-41B652D3384C}" dt="2026-05-08T14:29:53.673" v="444" actId="20577"/>
          <ac:spMkLst>
            <pc:docMk/>
            <pc:sldMk cId="459770696" sldId="279"/>
            <ac:spMk id="2" creationId="{31E714E0-9B09-41E2-B017-AA013E18D968}"/>
          </ac:spMkLst>
        </pc:spChg>
        <pc:spChg chg="mod">
          <ac:chgData name="pninfosys comapny" userId="9833a2c59e40ea21" providerId="LiveId" clId="{79BAB697-A92B-4384-AF09-41B652D3384C}" dt="2026-05-08T14:29:51.655" v="443" actId="255"/>
          <ac:spMkLst>
            <pc:docMk/>
            <pc:sldMk cId="459770696" sldId="279"/>
            <ac:spMk id="3" creationId="{4ACDA9D0-8926-43CD-A97D-635E9EB98745}"/>
          </ac:spMkLst>
        </pc:spChg>
      </pc:sldChg>
      <pc:sldChg chg="modSp new mod">
        <pc:chgData name="pninfosys comapny" userId="9833a2c59e40ea21" providerId="LiveId" clId="{79BAB697-A92B-4384-AF09-41B652D3384C}" dt="2026-05-08T14:30:10.137" v="448" actId="255"/>
        <pc:sldMkLst>
          <pc:docMk/>
          <pc:sldMk cId="1181584775" sldId="280"/>
        </pc:sldMkLst>
        <pc:spChg chg="mod">
          <ac:chgData name="pninfosys comapny" userId="9833a2c59e40ea21" providerId="LiveId" clId="{79BAB697-A92B-4384-AF09-41B652D3384C}" dt="2026-05-08T14:30:02.586" v="446"/>
          <ac:spMkLst>
            <pc:docMk/>
            <pc:sldMk cId="1181584775" sldId="280"/>
            <ac:spMk id="2" creationId="{6F5423BF-5200-4CF7-8587-FC9A7C4C039D}"/>
          </ac:spMkLst>
        </pc:spChg>
        <pc:spChg chg="mod">
          <ac:chgData name="pninfosys comapny" userId="9833a2c59e40ea21" providerId="LiveId" clId="{79BAB697-A92B-4384-AF09-41B652D3384C}" dt="2026-05-08T14:30:10.137" v="448" actId="255"/>
          <ac:spMkLst>
            <pc:docMk/>
            <pc:sldMk cId="1181584775" sldId="280"/>
            <ac:spMk id="3" creationId="{8A2F99E7-B270-4E87-B481-3A174E3AC0F9}"/>
          </ac:spMkLst>
        </pc:spChg>
      </pc:sldChg>
      <pc:sldChg chg="modSp new mod">
        <pc:chgData name="pninfosys comapny" userId="9833a2c59e40ea21" providerId="LiveId" clId="{79BAB697-A92B-4384-AF09-41B652D3384C}" dt="2026-05-08T14:45:02.306" v="459" actId="15"/>
        <pc:sldMkLst>
          <pc:docMk/>
          <pc:sldMk cId="1621316675" sldId="281"/>
        </pc:sldMkLst>
        <pc:spChg chg="mod">
          <ac:chgData name="pninfosys comapny" userId="9833a2c59e40ea21" providerId="LiveId" clId="{79BAB697-A92B-4384-AF09-41B652D3384C}" dt="2026-05-08T14:45:02.306" v="459" actId="15"/>
          <ac:spMkLst>
            <pc:docMk/>
            <pc:sldMk cId="1621316675" sldId="281"/>
            <ac:spMk id="3" creationId="{670A0181-97E2-4413-83FF-350EAE792538}"/>
          </ac:spMkLst>
        </pc:spChg>
      </pc:sldChg>
      <pc:sldChg chg="modSp new mod">
        <pc:chgData name="pninfosys comapny" userId="9833a2c59e40ea21" providerId="LiveId" clId="{79BAB697-A92B-4384-AF09-41B652D3384C}" dt="2026-05-08T14:31:01.356" v="456" actId="255"/>
        <pc:sldMkLst>
          <pc:docMk/>
          <pc:sldMk cId="3227657567" sldId="282"/>
        </pc:sldMkLst>
        <pc:spChg chg="mod">
          <ac:chgData name="pninfosys comapny" userId="9833a2c59e40ea21" providerId="LiveId" clId="{79BAB697-A92B-4384-AF09-41B652D3384C}" dt="2026-05-08T14:31:01.356" v="456" actId="255"/>
          <ac:spMkLst>
            <pc:docMk/>
            <pc:sldMk cId="3227657567" sldId="282"/>
            <ac:spMk id="3" creationId="{6A36A37A-D7EE-4E90-A126-621477C0C6CF}"/>
          </ac:spMkLst>
        </pc:spChg>
      </pc:sldChg>
      <pc:sldChg chg="modSp new mod">
        <pc:chgData name="pninfosys comapny" userId="9833a2c59e40ea21" providerId="LiveId" clId="{79BAB697-A92B-4384-AF09-41B652D3384C}" dt="2026-05-16T10:01:34.030" v="470" actId="122"/>
        <pc:sldMkLst>
          <pc:docMk/>
          <pc:sldMk cId="1708842285" sldId="283"/>
        </pc:sldMkLst>
        <pc:spChg chg="mod">
          <ac:chgData name="pninfosys comapny" userId="9833a2c59e40ea21" providerId="LiveId" clId="{79BAB697-A92B-4384-AF09-41B652D3384C}" dt="2026-05-16T10:01:34.030" v="470" actId="122"/>
          <ac:spMkLst>
            <pc:docMk/>
            <pc:sldMk cId="1708842285" sldId="283"/>
            <ac:spMk id="2" creationId="{E7D83D78-A1F3-43F4-8DD3-507DCB8CC786}"/>
          </ac:spMkLst>
        </pc:spChg>
        <pc:spChg chg="mod">
          <ac:chgData name="pninfosys comapny" userId="9833a2c59e40ea21" providerId="LiveId" clId="{79BAB697-A92B-4384-AF09-41B652D3384C}" dt="2026-05-16T10:01:04.026" v="465" actId="14100"/>
          <ac:spMkLst>
            <pc:docMk/>
            <pc:sldMk cId="1708842285" sldId="283"/>
            <ac:spMk id="3" creationId="{A60FC550-5D8F-49F6-B5AB-FFFA51D426E9}"/>
          </ac:spMkLst>
        </pc:spChg>
      </pc:sldChg>
      <pc:sldChg chg="addSp delSp modSp new mod">
        <pc:chgData name="pninfosys comapny" userId="9833a2c59e40ea21" providerId="LiveId" clId="{79BAB697-A92B-4384-AF09-41B652D3384C}" dt="2026-05-16T10:01:50.021" v="472" actId="255"/>
        <pc:sldMkLst>
          <pc:docMk/>
          <pc:sldMk cId="154369563" sldId="284"/>
        </pc:sldMkLst>
        <pc:spChg chg="mod">
          <ac:chgData name="pninfosys comapny" userId="9833a2c59e40ea21" providerId="LiveId" clId="{79BAB697-A92B-4384-AF09-41B652D3384C}" dt="2026-05-16T10:01:23.969" v="467"/>
          <ac:spMkLst>
            <pc:docMk/>
            <pc:sldMk cId="154369563" sldId="284"/>
            <ac:spMk id="2" creationId="{4307848C-6237-4492-A5D3-7F3D78092CC3}"/>
          </ac:spMkLst>
        </pc:spChg>
        <pc:spChg chg="del">
          <ac:chgData name="pninfosys comapny" userId="9833a2c59e40ea21" providerId="LiveId" clId="{79BAB697-A92B-4384-AF09-41B652D3384C}" dt="2026-05-16T10:01:42.216" v="471"/>
          <ac:spMkLst>
            <pc:docMk/>
            <pc:sldMk cId="154369563" sldId="284"/>
            <ac:spMk id="3" creationId="{EC6C44FB-588E-4975-86A9-4139F818EE87}"/>
          </ac:spMkLst>
        </pc:spChg>
        <pc:spChg chg="add mod">
          <ac:chgData name="pninfosys comapny" userId="9833a2c59e40ea21" providerId="LiveId" clId="{79BAB697-A92B-4384-AF09-41B652D3384C}" dt="2026-05-16T10:01:50.021" v="472" actId="255"/>
          <ac:spMkLst>
            <pc:docMk/>
            <pc:sldMk cId="154369563" sldId="284"/>
            <ac:spMk id="4" creationId="{458610B5-24C4-498B-812F-3B4FB73C80B1}"/>
          </ac:spMkLst>
        </pc:spChg>
      </pc:sldChg>
      <pc:sldChg chg="modSp new mod">
        <pc:chgData name="pninfosys comapny" userId="9833a2c59e40ea21" providerId="LiveId" clId="{79BAB697-A92B-4384-AF09-41B652D3384C}" dt="2026-05-16T10:02:09.674" v="477"/>
        <pc:sldMkLst>
          <pc:docMk/>
          <pc:sldMk cId="4235471543" sldId="285"/>
        </pc:sldMkLst>
        <pc:spChg chg="mod">
          <ac:chgData name="pninfosys comapny" userId="9833a2c59e40ea21" providerId="LiveId" clId="{79BAB697-A92B-4384-AF09-41B652D3384C}" dt="2026-05-16T10:02:00.429" v="474"/>
          <ac:spMkLst>
            <pc:docMk/>
            <pc:sldMk cId="4235471543" sldId="285"/>
            <ac:spMk id="2" creationId="{050AFE22-FEB2-4CE5-AE69-BB3C5BE75E3B}"/>
          </ac:spMkLst>
        </pc:spChg>
        <pc:spChg chg="mod">
          <ac:chgData name="pninfosys comapny" userId="9833a2c59e40ea21" providerId="LiveId" clId="{79BAB697-A92B-4384-AF09-41B652D3384C}" dt="2026-05-16T10:02:09.674" v="477"/>
          <ac:spMkLst>
            <pc:docMk/>
            <pc:sldMk cId="4235471543" sldId="285"/>
            <ac:spMk id="3" creationId="{54F8CCBC-C87E-4CFB-B18B-B16FBED25E93}"/>
          </ac:spMkLst>
        </pc:spChg>
      </pc:sldChg>
      <pc:sldChg chg="modSp new mod">
        <pc:chgData name="pninfosys comapny" userId="9833a2c59e40ea21" providerId="LiveId" clId="{79BAB697-A92B-4384-AF09-41B652D3384C}" dt="2026-05-16T10:02:40.626" v="485" actId="255"/>
        <pc:sldMkLst>
          <pc:docMk/>
          <pc:sldMk cId="4096167459" sldId="286"/>
        </pc:sldMkLst>
        <pc:spChg chg="mod">
          <ac:chgData name="pninfosys comapny" userId="9833a2c59e40ea21" providerId="LiveId" clId="{79BAB697-A92B-4384-AF09-41B652D3384C}" dt="2026-05-16T10:02:19.050" v="479"/>
          <ac:spMkLst>
            <pc:docMk/>
            <pc:sldMk cId="4096167459" sldId="286"/>
            <ac:spMk id="2" creationId="{47117E97-B096-468B-93D7-121ACBED1077}"/>
          </ac:spMkLst>
        </pc:spChg>
        <pc:spChg chg="mod">
          <ac:chgData name="pninfosys comapny" userId="9833a2c59e40ea21" providerId="LiveId" clId="{79BAB697-A92B-4384-AF09-41B652D3384C}" dt="2026-05-16T10:02:40.626" v="485" actId="255"/>
          <ac:spMkLst>
            <pc:docMk/>
            <pc:sldMk cId="4096167459" sldId="286"/>
            <ac:spMk id="3" creationId="{359B054D-369D-4747-9A55-91E604739541}"/>
          </ac:spMkLst>
        </pc:spChg>
      </pc:sldChg>
      <pc:sldChg chg="modSp new mod">
        <pc:chgData name="pninfosys comapny" userId="9833a2c59e40ea21" providerId="LiveId" clId="{79BAB697-A92B-4384-AF09-41B652D3384C}" dt="2026-05-16T10:07:09.252" v="498" actId="207"/>
        <pc:sldMkLst>
          <pc:docMk/>
          <pc:sldMk cId="3464420178" sldId="287"/>
        </pc:sldMkLst>
        <pc:spChg chg="mod">
          <ac:chgData name="pninfosys comapny" userId="9833a2c59e40ea21" providerId="LiveId" clId="{79BAB697-A92B-4384-AF09-41B652D3384C}" dt="2026-05-16T10:07:09.252" v="498" actId="207"/>
          <ac:spMkLst>
            <pc:docMk/>
            <pc:sldMk cId="3464420178" sldId="287"/>
            <ac:spMk id="2" creationId="{B47CB675-61D5-46CF-9CA0-20C0E03C66EA}"/>
          </ac:spMkLst>
        </pc:spChg>
        <pc:spChg chg="mod">
          <ac:chgData name="pninfosys comapny" userId="9833a2c59e40ea21" providerId="LiveId" clId="{79BAB697-A92B-4384-AF09-41B652D3384C}" dt="2026-05-16T10:06:54.379" v="495" actId="255"/>
          <ac:spMkLst>
            <pc:docMk/>
            <pc:sldMk cId="3464420178" sldId="287"/>
            <ac:spMk id="3" creationId="{AE3494F5-F17C-43F2-A941-5676FEA03352}"/>
          </ac:spMkLst>
        </pc:spChg>
      </pc:sldChg>
      <pc:sldChg chg="addSp delSp modSp new mod">
        <pc:chgData name="pninfosys comapny" userId="9833a2c59e40ea21" providerId="LiveId" clId="{79BAB697-A92B-4384-AF09-41B652D3384C}" dt="2026-05-16T10:07:25.394" v="501" actId="255"/>
        <pc:sldMkLst>
          <pc:docMk/>
          <pc:sldMk cId="317898692" sldId="288"/>
        </pc:sldMkLst>
        <pc:spChg chg="mod">
          <ac:chgData name="pninfosys comapny" userId="9833a2c59e40ea21" providerId="LiveId" clId="{79BAB697-A92B-4384-AF09-41B652D3384C}" dt="2026-05-16T10:07:14.212" v="499" actId="207"/>
          <ac:spMkLst>
            <pc:docMk/>
            <pc:sldMk cId="317898692" sldId="288"/>
            <ac:spMk id="2" creationId="{F17D0FF9-C2C3-4AA3-8936-474DA3B515A9}"/>
          </ac:spMkLst>
        </pc:spChg>
        <pc:spChg chg="del">
          <ac:chgData name="pninfosys comapny" userId="9833a2c59e40ea21" providerId="LiveId" clId="{79BAB697-A92B-4384-AF09-41B652D3384C}" dt="2026-05-16T10:07:18.705" v="500"/>
          <ac:spMkLst>
            <pc:docMk/>
            <pc:sldMk cId="317898692" sldId="288"/>
            <ac:spMk id="3" creationId="{36EEA078-4983-4975-9525-C35BB683A0FB}"/>
          </ac:spMkLst>
        </pc:spChg>
        <pc:spChg chg="add mod">
          <ac:chgData name="pninfosys comapny" userId="9833a2c59e40ea21" providerId="LiveId" clId="{79BAB697-A92B-4384-AF09-41B652D3384C}" dt="2026-05-16T10:07:25.394" v="501" actId="255"/>
          <ac:spMkLst>
            <pc:docMk/>
            <pc:sldMk cId="317898692" sldId="288"/>
            <ac:spMk id="4" creationId="{FB80C82F-36BF-470E-A2EA-315EF5F73DA9}"/>
          </ac:spMkLst>
        </pc:spChg>
      </pc:sldChg>
      <pc:sldChg chg="modSp new mod">
        <pc:chgData name="pninfosys comapny" userId="9833a2c59e40ea21" providerId="LiveId" clId="{79BAB697-A92B-4384-AF09-41B652D3384C}" dt="2026-05-19T09:41:28.038" v="518" actId="255"/>
        <pc:sldMkLst>
          <pc:docMk/>
          <pc:sldMk cId="16681796" sldId="289"/>
        </pc:sldMkLst>
        <pc:spChg chg="mod">
          <ac:chgData name="pninfosys comapny" userId="9833a2c59e40ea21" providerId="LiveId" clId="{79BAB697-A92B-4384-AF09-41B652D3384C}" dt="2026-05-19T09:40:35.573" v="505" actId="14100"/>
          <ac:spMkLst>
            <pc:docMk/>
            <pc:sldMk cId="16681796" sldId="289"/>
            <ac:spMk id="2" creationId="{768B0AA3-30F9-4504-9675-9DFD1DB6DFD7}"/>
          </ac:spMkLst>
        </pc:spChg>
        <pc:spChg chg="mod">
          <ac:chgData name="pninfosys comapny" userId="9833a2c59e40ea21" providerId="LiveId" clId="{79BAB697-A92B-4384-AF09-41B652D3384C}" dt="2026-05-19T09:41:28.038" v="518" actId="255"/>
          <ac:spMkLst>
            <pc:docMk/>
            <pc:sldMk cId="16681796" sldId="289"/>
            <ac:spMk id="3" creationId="{66A88314-39F8-4270-9E00-071DC594E776}"/>
          </ac:spMkLst>
        </pc:spChg>
      </pc:sldChg>
      <pc:sldChg chg="addSp delSp modSp new mod">
        <pc:chgData name="pninfosys comapny" userId="9833a2c59e40ea21" providerId="LiveId" clId="{79BAB697-A92B-4384-AF09-41B652D3384C}" dt="2026-05-19T09:46:15.310" v="524"/>
        <pc:sldMkLst>
          <pc:docMk/>
          <pc:sldMk cId="1738859171" sldId="290"/>
        </pc:sldMkLst>
        <pc:spChg chg="mod">
          <ac:chgData name="pninfosys comapny" userId="9833a2c59e40ea21" providerId="LiveId" clId="{79BAB697-A92B-4384-AF09-41B652D3384C}" dt="2026-05-19T09:41:50.458" v="522" actId="14100"/>
          <ac:spMkLst>
            <pc:docMk/>
            <pc:sldMk cId="1738859171" sldId="290"/>
            <ac:spMk id="2" creationId="{90777297-4B96-407A-B5FD-8FFE9972C7C8}"/>
          </ac:spMkLst>
        </pc:spChg>
        <pc:spChg chg="del mod">
          <ac:chgData name="pninfosys comapny" userId="9833a2c59e40ea21" providerId="LiveId" clId="{79BAB697-A92B-4384-AF09-41B652D3384C}" dt="2026-05-19T09:46:15.310" v="524"/>
          <ac:spMkLst>
            <pc:docMk/>
            <pc:sldMk cId="1738859171" sldId="290"/>
            <ac:spMk id="3" creationId="{127530F5-AEAC-4E3C-96FB-BC058EE82A96}"/>
          </ac:spMkLst>
        </pc:spChg>
        <pc:spChg chg="add mod">
          <ac:chgData name="pninfosys comapny" userId="9833a2c59e40ea21" providerId="LiveId" clId="{79BAB697-A92B-4384-AF09-41B652D3384C}" dt="2026-05-19T09:46:15.310" v="524"/>
          <ac:spMkLst>
            <pc:docMk/>
            <pc:sldMk cId="1738859171" sldId="290"/>
            <ac:spMk id="4" creationId="{1FA24CEA-7217-4D9C-BCD9-A4E4C4C0D25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1D2C-3000-4A48-9BC6-22C582CF5D6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8B24-097F-4550-B86A-AB64798C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52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1D2C-3000-4A48-9BC6-22C582CF5D6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8B24-097F-4550-B86A-AB64798C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7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1D2C-3000-4A48-9BC6-22C582CF5D6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8B24-097F-4550-B86A-AB64798C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10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1D2C-3000-4A48-9BC6-22C582CF5D6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8B24-097F-4550-B86A-AB64798C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443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1D2C-3000-4A48-9BC6-22C582CF5D6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8B24-097F-4550-B86A-AB64798C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594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1D2C-3000-4A48-9BC6-22C582CF5D6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8B24-097F-4550-B86A-AB64798C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32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1D2C-3000-4A48-9BC6-22C582CF5D6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8B24-097F-4550-B86A-AB64798C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77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1D2C-3000-4A48-9BC6-22C582CF5D6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8B24-097F-4550-B86A-AB64798C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1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1D2C-3000-4A48-9BC6-22C582CF5D6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8B24-097F-4550-B86A-AB64798C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39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1D2C-3000-4A48-9BC6-22C582CF5D6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8B24-097F-4550-B86A-AB64798C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76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1D2C-3000-4A48-9BC6-22C582CF5D6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8B24-097F-4550-B86A-AB64798C9221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8124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1D2C-3000-4A48-9BC6-22C582CF5D6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8B24-097F-4550-B86A-AB64798C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963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1D2C-3000-4A48-9BC6-22C582CF5D6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8B24-097F-4550-B86A-AB64798C922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1706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1D2C-3000-4A48-9BC6-22C582CF5D6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8B24-097F-4550-B86A-AB64798C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76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1D2C-3000-4A48-9BC6-22C582CF5D6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8B24-097F-4550-B86A-AB64798C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246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1D2C-3000-4A48-9BC6-22C582CF5D6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8B24-097F-4550-B86A-AB64798C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32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61D2C-3000-4A48-9BC6-22C582CF5D65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00F8B24-097F-4550-B86A-AB64798C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16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738AA-589A-4230-9F09-7EB7955058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NumPy Complete Notes</a:t>
            </a:r>
          </a:p>
        </p:txBody>
      </p:sp>
    </p:spTree>
    <p:extLst>
      <p:ext uri="{BB962C8B-B14F-4D97-AF65-F5344CB8AC3E}">
        <p14:creationId xmlns:p14="http://schemas.microsoft.com/office/powerpoint/2010/main" val="1717095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4F8BD-C182-45A8-87DB-BBA8B00D9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868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Data Analysis </a:t>
            </a:r>
            <a:r>
              <a:rPr lang="en-US" b="1" dirty="0" err="1">
                <a:solidFill>
                  <a:srgbClr val="FF0000"/>
                </a:solidFill>
              </a:rPr>
              <a:t>kya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karta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hai</a:t>
            </a:r>
            <a:r>
              <a:rPr lang="en-US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5EA4C-3CE5-4FBA-9197-06964D88F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24539"/>
            <a:ext cx="8596668" cy="4616823"/>
          </a:xfrm>
        </p:spPr>
        <p:txBody>
          <a:bodyPr>
            <a:normAutofit fontScale="92500"/>
          </a:bodyPr>
          <a:lstStyle/>
          <a:p>
            <a:r>
              <a:rPr lang="en-US" sz="2800" b="1" dirty="0"/>
              <a:t>Data Analysis</a:t>
            </a:r>
            <a:r>
              <a:rPr lang="en-US" sz="2800" dirty="0"/>
              <a:t> ka </a:t>
            </a:r>
            <a:r>
              <a:rPr lang="en-US" sz="2800" dirty="0" err="1"/>
              <a:t>kaam</a:t>
            </a:r>
            <a:r>
              <a:rPr lang="en-US" sz="2800" dirty="0"/>
              <a:t> </a:t>
            </a:r>
            <a:r>
              <a:rPr lang="en-US" sz="2800" dirty="0" err="1"/>
              <a:t>hota</a:t>
            </a:r>
            <a:r>
              <a:rPr lang="en-US" sz="2800" dirty="0"/>
              <a:t> </a:t>
            </a:r>
            <a:r>
              <a:rPr lang="en-US" sz="2800" dirty="0" err="1"/>
              <a:t>hai</a:t>
            </a:r>
            <a:r>
              <a:rPr lang="en-US" sz="2800" dirty="0"/>
              <a:t> raw data ko </a:t>
            </a:r>
            <a:r>
              <a:rPr lang="en-US" sz="2800" dirty="0" err="1"/>
              <a:t>samajhna</a:t>
            </a:r>
            <a:r>
              <a:rPr lang="en-US" sz="2800" dirty="0"/>
              <a:t>, clean </a:t>
            </a:r>
            <a:r>
              <a:rPr lang="en-US" sz="2800" dirty="0" err="1"/>
              <a:t>karna</a:t>
            </a:r>
            <a:r>
              <a:rPr lang="en-US" sz="2800" dirty="0"/>
              <a:t>, aur useful insights </a:t>
            </a:r>
            <a:r>
              <a:rPr lang="en-US" sz="2800" dirty="0" err="1"/>
              <a:t>nikalna</a:t>
            </a:r>
            <a:r>
              <a:rPr lang="en-US" sz="2800" dirty="0"/>
              <a:t>.</a:t>
            </a:r>
          </a:p>
          <a:p>
            <a:r>
              <a:rPr lang="en-US" sz="2800" b="1" dirty="0" err="1">
                <a:solidFill>
                  <a:srgbClr val="002060"/>
                </a:solidFill>
              </a:rPr>
              <a:t>Isme</a:t>
            </a:r>
            <a:r>
              <a:rPr lang="en-US" sz="2800" b="1" dirty="0">
                <a:solidFill>
                  <a:srgbClr val="002060"/>
                </a:solidFill>
              </a:rPr>
              <a:t> </a:t>
            </a:r>
            <a:r>
              <a:rPr lang="en-US" sz="2800" b="1" dirty="0" err="1">
                <a:solidFill>
                  <a:srgbClr val="002060"/>
                </a:solidFill>
              </a:rPr>
              <a:t>kya</a:t>
            </a:r>
            <a:r>
              <a:rPr lang="en-US" sz="2800" b="1" dirty="0">
                <a:solidFill>
                  <a:srgbClr val="002060"/>
                </a:solidFill>
              </a:rPr>
              <a:t> </a:t>
            </a:r>
            <a:r>
              <a:rPr lang="en-US" sz="2800" b="1" dirty="0" err="1">
                <a:solidFill>
                  <a:srgbClr val="002060"/>
                </a:solidFill>
              </a:rPr>
              <a:t>karte</a:t>
            </a:r>
            <a:r>
              <a:rPr lang="en-US" sz="2800" b="1" dirty="0">
                <a:solidFill>
                  <a:srgbClr val="002060"/>
                </a:solidFill>
              </a:rPr>
              <a:t> </a:t>
            </a:r>
            <a:r>
              <a:rPr lang="en-US" sz="2800" b="1" dirty="0" err="1">
                <a:solidFill>
                  <a:srgbClr val="002060"/>
                </a:solidFill>
              </a:rPr>
              <a:t>hain</a:t>
            </a:r>
            <a:r>
              <a:rPr lang="en-US" sz="2800" b="1" dirty="0">
                <a:solidFill>
                  <a:srgbClr val="002060"/>
                </a:solidFill>
              </a:rPr>
              <a:t>:</a:t>
            </a:r>
          </a:p>
          <a:p>
            <a:r>
              <a:rPr lang="en-US" sz="2800" dirty="0"/>
              <a:t>Excel / CSV data read </a:t>
            </a:r>
            <a:r>
              <a:rPr lang="en-US" sz="2800" dirty="0" err="1"/>
              <a:t>karna</a:t>
            </a:r>
            <a:endParaRPr lang="en-US" sz="2800" dirty="0"/>
          </a:p>
          <a:p>
            <a:r>
              <a:rPr lang="en-US" sz="2800" dirty="0"/>
              <a:t>Missing values remove </a:t>
            </a:r>
            <a:r>
              <a:rPr lang="en-US" sz="2800" dirty="0" err="1"/>
              <a:t>karna</a:t>
            </a:r>
            <a:endParaRPr lang="en-US" sz="2800" dirty="0"/>
          </a:p>
          <a:p>
            <a:r>
              <a:rPr lang="en-US" sz="2800" dirty="0"/>
              <a:t>Duplicate data delete </a:t>
            </a:r>
            <a:r>
              <a:rPr lang="en-US" sz="2800" dirty="0" err="1"/>
              <a:t>karna</a:t>
            </a:r>
            <a:endParaRPr lang="en-US" sz="2800" dirty="0"/>
          </a:p>
          <a:p>
            <a:r>
              <a:rPr lang="en-US" sz="2800" dirty="0"/>
              <a:t>Graphs banana</a:t>
            </a:r>
          </a:p>
          <a:p>
            <a:r>
              <a:rPr lang="en-US" sz="2800" dirty="0"/>
              <a:t>Trends </a:t>
            </a:r>
            <a:r>
              <a:rPr lang="en-US" sz="2800" dirty="0" err="1"/>
              <a:t>samajhna</a:t>
            </a:r>
            <a:endParaRPr lang="en-US" sz="2800" dirty="0"/>
          </a:p>
          <a:p>
            <a:r>
              <a:rPr lang="en-US" sz="2800" dirty="0"/>
              <a:t>Reports banana</a:t>
            </a:r>
          </a:p>
        </p:txBody>
      </p:sp>
    </p:spTree>
    <p:extLst>
      <p:ext uri="{BB962C8B-B14F-4D97-AF65-F5344CB8AC3E}">
        <p14:creationId xmlns:p14="http://schemas.microsoft.com/office/powerpoint/2010/main" val="2563499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F2200-1111-4565-9EA9-3E24DFD2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BA94C-5308-4D77-8960-2006A48FE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Student marks data se:</a:t>
            </a:r>
          </a:p>
          <a:p>
            <a:r>
              <a:rPr lang="en-US" sz="4000" dirty="0"/>
              <a:t>Kaun topper </a:t>
            </a:r>
            <a:r>
              <a:rPr lang="en-US" sz="4000" dirty="0" err="1"/>
              <a:t>hai</a:t>
            </a:r>
            <a:endParaRPr lang="en-US" sz="4000" dirty="0"/>
          </a:p>
          <a:p>
            <a:r>
              <a:rPr lang="en-US" sz="4000" dirty="0"/>
              <a:t>Average marks </a:t>
            </a:r>
            <a:r>
              <a:rPr lang="en-US" sz="4000" dirty="0" err="1"/>
              <a:t>kya</a:t>
            </a:r>
            <a:r>
              <a:rPr lang="en-US" sz="4000" dirty="0"/>
              <a:t> </a:t>
            </a:r>
            <a:r>
              <a:rPr lang="en-US" sz="4000" dirty="0" err="1"/>
              <a:t>hai</a:t>
            </a:r>
            <a:endParaRPr lang="en-US" sz="4000" dirty="0"/>
          </a:p>
          <a:p>
            <a:r>
              <a:rPr lang="en-US" sz="4000" dirty="0"/>
              <a:t>Fail percentage</a:t>
            </a:r>
          </a:p>
          <a:p>
            <a:r>
              <a:rPr lang="en-US" sz="4000" dirty="0"/>
              <a:t>Subject performance</a:t>
            </a:r>
          </a:p>
        </p:txBody>
      </p:sp>
    </p:spTree>
    <p:extLst>
      <p:ext uri="{BB962C8B-B14F-4D97-AF65-F5344CB8AC3E}">
        <p14:creationId xmlns:p14="http://schemas.microsoft.com/office/powerpoint/2010/main" val="1083778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36F76-9267-432E-9204-36266D442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Machine Learning </a:t>
            </a:r>
            <a:r>
              <a:rPr lang="en-US" dirty="0" err="1">
                <a:solidFill>
                  <a:srgbClr val="FF0000"/>
                </a:solidFill>
              </a:rPr>
              <a:t>kya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karta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hai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802AB-8414-42C7-A588-85F65FEB1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Machine Learning</a:t>
            </a:r>
            <a:r>
              <a:rPr lang="en-US" sz="2800" dirty="0"/>
              <a:t> data se patterns </a:t>
            </a:r>
            <a:r>
              <a:rPr lang="en-US" sz="2800" dirty="0" err="1"/>
              <a:t>seekhkar</a:t>
            </a:r>
            <a:r>
              <a:rPr lang="en-US" sz="2800" dirty="0"/>
              <a:t> future prediction </a:t>
            </a:r>
            <a:r>
              <a:rPr lang="en-US" sz="2800" dirty="0" err="1"/>
              <a:t>karta</a:t>
            </a:r>
            <a:r>
              <a:rPr lang="en-US" sz="2800" dirty="0"/>
              <a:t> </a:t>
            </a:r>
            <a:r>
              <a:rPr lang="en-US" sz="2800" dirty="0" err="1"/>
              <a:t>hai</a:t>
            </a:r>
            <a:r>
              <a:rPr lang="en-US" sz="2800" dirty="0"/>
              <a:t>.</a:t>
            </a:r>
          </a:p>
          <a:p>
            <a:r>
              <a:rPr lang="en-US" sz="2800" dirty="0" err="1"/>
              <a:t>Isme</a:t>
            </a:r>
            <a:r>
              <a:rPr lang="en-US" sz="2800" dirty="0"/>
              <a:t> </a:t>
            </a:r>
            <a:r>
              <a:rPr lang="en-US" sz="2800" dirty="0" err="1"/>
              <a:t>kya</a:t>
            </a:r>
            <a:r>
              <a:rPr lang="en-US" sz="2800" dirty="0"/>
              <a:t> </a:t>
            </a:r>
            <a:r>
              <a:rPr lang="en-US" sz="2800" dirty="0" err="1"/>
              <a:t>karte</a:t>
            </a:r>
            <a:r>
              <a:rPr lang="en-US" sz="2800" dirty="0"/>
              <a:t> </a:t>
            </a:r>
            <a:r>
              <a:rPr lang="en-US" sz="2800" dirty="0" err="1"/>
              <a:t>hain</a:t>
            </a:r>
            <a:r>
              <a:rPr lang="en-US" sz="2800" dirty="0"/>
              <a:t>:</a:t>
            </a:r>
          </a:p>
          <a:p>
            <a:r>
              <a:rPr lang="en-US" sz="2800" dirty="0"/>
              <a:t>Prediction</a:t>
            </a:r>
          </a:p>
          <a:p>
            <a:r>
              <a:rPr lang="en-US" sz="2800" dirty="0"/>
              <a:t>Classification</a:t>
            </a:r>
          </a:p>
          <a:p>
            <a:r>
              <a:rPr lang="en-US" sz="2800" dirty="0"/>
              <a:t>Recommendation</a:t>
            </a:r>
          </a:p>
          <a:p>
            <a:r>
              <a:rPr lang="en-US" sz="2800" dirty="0"/>
              <a:t>Automation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31300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714E0-9B09-41E2-B017-AA013E18D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012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DA9D0-8926-43CD-A97D-635E9EB98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House price prediction</a:t>
            </a:r>
          </a:p>
          <a:p>
            <a:r>
              <a:rPr lang="en-US" sz="2800" dirty="0"/>
              <a:t>Spam email detection</a:t>
            </a:r>
          </a:p>
          <a:p>
            <a:r>
              <a:rPr lang="en-US" sz="2800" dirty="0"/>
              <a:t>Face recognition</a:t>
            </a:r>
          </a:p>
          <a:p>
            <a:r>
              <a:rPr lang="en-US" sz="2800" dirty="0"/>
              <a:t>Sales forecasting</a:t>
            </a:r>
          </a:p>
        </p:txBody>
      </p:sp>
    </p:spTree>
    <p:extLst>
      <p:ext uri="{BB962C8B-B14F-4D97-AF65-F5344CB8AC3E}">
        <p14:creationId xmlns:p14="http://schemas.microsoft.com/office/powerpoint/2010/main" val="459770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423BF-5200-4CF7-8587-FC9A7C4C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language: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F99E7-B270-4E87-B481-3A174E3AC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Data Analysis:</a:t>
            </a:r>
          </a:p>
          <a:p>
            <a:r>
              <a:rPr lang="en-US" sz="3600" b="1" dirty="0"/>
              <a:t>“Data ko </a:t>
            </a:r>
            <a:r>
              <a:rPr lang="en-US" sz="3600" b="1" dirty="0" err="1"/>
              <a:t>samajhna</a:t>
            </a:r>
            <a:r>
              <a:rPr lang="en-US" sz="3600" b="1" dirty="0"/>
              <a:t>”</a:t>
            </a:r>
            <a:endParaRPr lang="en-US" sz="3600" dirty="0"/>
          </a:p>
          <a:p>
            <a:r>
              <a:rPr lang="en-US" sz="3600" b="1" dirty="0"/>
              <a:t>Machine Learning:</a:t>
            </a:r>
          </a:p>
          <a:p>
            <a:r>
              <a:rPr lang="en-US" sz="3600" b="1" dirty="0"/>
              <a:t>“Data se future predict </a:t>
            </a:r>
            <a:r>
              <a:rPr lang="en-US" sz="3600" b="1" dirty="0" err="1"/>
              <a:t>karna</a:t>
            </a:r>
            <a:r>
              <a:rPr lang="en-US" sz="3600" b="1" dirty="0"/>
              <a:t>”</a:t>
            </a:r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81584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D8FE8-5EDA-452E-98CA-4E9F971CA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A0181-97E2-4413-83FF-350EAE792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Data Analysis:</a:t>
            </a:r>
          </a:p>
          <a:p>
            <a:pPr lvl="1"/>
            <a:r>
              <a:rPr lang="en-US" sz="3400" dirty="0" err="1"/>
              <a:t>Pichle</a:t>
            </a:r>
            <a:r>
              <a:rPr lang="en-US" sz="3400" dirty="0"/>
              <a:t> 5 </a:t>
            </a:r>
            <a:r>
              <a:rPr lang="en-US" sz="3400" dirty="0" err="1"/>
              <a:t>saal</a:t>
            </a:r>
            <a:r>
              <a:rPr lang="en-US" sz="3400" dirty="0"/>
              <a:t> ki shop sales ko analyze </a:t>
            </a:r>
            <a:r>
              <a:rPr lang="en-US" sz="3400" dirty="0" err="1"/>
              <a:t>karna</a:t>
            </a:r>
            <a:endParaRPr lang="en-US" sz="3400" dirty="0"/>
          </a:p>
          <a:p>
            <a:r>
              <a:rPr lang="en-US" sz="3600" b="1" dirty="0"/>
              <a:t>ML:</a:t>
            </a:r>
          </a:p>
          <a:p>
            <a:r>
              <a:rPr lang="en-US" sz="3600" dirty="0" err="1"/>
              <a:t>Agale</a:t>
            </a:r>
            <a:r>
              <a:rPr lang="en-US" sz="3600" dirty="0"/>
              <a:t> month ki sales predict </a:t>
            </a:r>
            <a:r>
              <a:rPr lang="en-US" sz="3600" dirty="0" err="1"/>
              <a:t>karna</a:t>
            </a:r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21316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1E85-6EC7-4256-8313-5B1DCAA3E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6A37A-D7EE-4E90-A126-621477C0C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Pehle Data Analysis strong karo</a:t>
            </a:r>
          </a:p>
          <a:p>
            <a:r>
              <a:rPr lang="en-US" sz="3200" b="1" dirty="0"/>
              <a:t>Fir Machine Learning start karo</a:t>
            </a:r>
          </a:p>
          <a:p>
            <a:r>
              <a:rPr lang="en-US" sz="3200" b="1" dirty="0"/>
              <a:t>Reason:</a:t>
            </a:r>
            <a:br>
              <a:rPr lang="en-US" sz="3200" dirty="0"/>
            </a:br>
            <a:r>
              <a:rPr lang="en-US" sz="3200" dirty="0"/>
              <a:t>Agar data </a:t>
            </a:r>
            <a:r>
              <a:rPr lang="en-US" sz="3200" dirty="0" err="1"/>
              <a:t>samajh</a:t>
            </a:r>
            <a:r>
              <a:rPr lang="en-US" sz="3200" dirty="0"/>
              <a:t> </a:t>
            </a:r>
            <a:r>
              <a:rPr lang="en-US" sz="3200" dirty="0" err="1"/>
              <a:t>nahi</a:t>
            </a:r>
            <a:r>
              <a:rPr lang="en-US" sz="3200" dirty="0"/>
              <a:t> </a:t>
            </a:r>
            <a:r>
              <a:rPr lang="en-US" sz="3200" dirty="0" err="1"/>
              <a:t>aayega</a:t>
            </a:r>
            <a:r>
              <a:rPr lang="en-US" sz="3200" dirty="0"/>
              <a:t>, to ML models </a:t>
            </a:r>
            <a:r>
              <a:rPr lang="en-US" sz="3200" dirty="0" err="1"/>
              <a:t>bhi</a:t>
            </a:r>
            <a:r>
              <a:rPr lang="en-US" sz="3200" dirty="0"/>
              <a:t> </a:t>
            </a:r>
            <a:r>
              <a:rPr lang="en-US" sz="3200" dirty="0" err="1"/>
              <a:t>sahi</a:t>
            </a:r>
            <a:r>
              <a:rPr lang="en-US" sz="3200" dirty="0"/>
              <a:t> </a:t>
            </a:r>
            <a:r>
              <a:rPr lang="en-US" sz="3200" dirty="0" err="1"/>
              <a:t>kaam</a:t>
            </a:r>
            <a:r>
              <a:rPr lang="en-US" sz="3200" dirty="0"/>
              <a:t> </a:t>
            </a:r>
            <a:r>
              <a:rPr lang="en-US" sz="3200" dirty="0" err="1"/>
              <a:t>nahi</a:t>
            </a:r>
            <a:r>
              <a:rPr lang="en-US" sz="3200" dirty="0"/>
              <a:t> </a:t>
            </a:r>
            <a:r>
              <a:rPr lang="en-US" sz="3200" dirty="0" err="1"/>
              <a:t>karenge</a:t>
            </a:r>
            <a:r>
              <a:rPr lang="en-US" sz="3200" dirty="0"/>
              <a:t>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27657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0696A-4FD6-4432-8BBF-EF5C6A1FF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Introduction to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F8BDD-5B10-4F92-9FB8-39706F324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015" y="1540043"/>
            <a:ext cx="9134374" cy="4778942"/>
          </a:xfrm>
        </p:spPr>
        <p:txBody>
          <a:bodyPr/>
          <a:lstStyle/>
          <a:p>
            <a:r>
              <a:rPr lang="en-US" sz="2400" b="1" dirty="0"/>
              <a:t>NumPy (Numerical Python)</a:t>
            </a:r>
            <a:r>
              <a:rPr lang="en-US" sz="2400" dirty="0"/>
              <a:t> Python ka powerful library </a:t>
            </a:r>
            <a:r>
              <a:rPr lang="en-US" sz="2400" dirty="0" err="1"/>
              <a:t>hai</a:t>
            </a:r>
            <a:r>
              <a:rPr lang="en-US" sz="2400" dirty="0"/>
              <a:t> jo numerical calculations, arrays, matrices aur mathematical operations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liye</a:t>
            </a:r>
            <a:r>
              <a:rPr lang="en-US" sz="2400" dirty="0"/>
              <a:t> use </a:t>
            </a:r>
            <a:r>
              <a:rPr lang="en-US" sz="2400" dirty="0" err="1"/>
              <a:t>hota</a:t>
            </a:r>
            <a:r>
              <a:rPr lang="en-US" sz="2400" dirty="0"/>
              <a:t> </a:t>
            </a:r>
            <a:r>
              <a:rPr lang="en-US" sz="2400" dirty="0" err="1"/>
              <a:t>hai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b="1" dirty="0"/>
              <a:t>Why NumPy?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Fast calculations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Multi-dimensional arrays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Mathematical functions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Data Science / Machine Learning ka base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Memory efficient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632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FF73-6EAB-4512-97E1-A67500E3E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Introduction to NumPy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04BA-BDA6-4032-B09A-B37F2233D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396" y="1467854"/>
            <a:ext cx="8430544" cy="5266244"/>
          </a:xfrm>
        </p:spPr>
        <p:txBody>
          <a:bodyPr>
            <a:normAutofit/>
          </a:bodyPr>
          <a:lstStyle/>
          <a:p>
            <a:r>
              <a:rPr lang="en-US" sz="2800" b="1" dirty="0"/>
              <a:t>NumPy is a Python library used for fast numerical operations on multi-dimensional arrays and mathematical computations.</a:t>
            </a:r>
          </a:p>
          <a:p>
            <a:r>
              <a:rPr lang="en-US" sz="2800" dirty="0" err="1"/>
              <a:t>ndarray</a:t>
            </a:r>
            <a:r>
              <a:rPr lang="en-US" sz="2800" dirty="0"/>
              <a:t> (Array object)</a:t>
            </a:r>
            <a:endParaRPr lang="en-US" sz="2800" b="1" dirty="0"/>
          </a:p>
          <a:p>
            <a:r>
              <a:rPr lang="en-US" sz="2800" dirty="0"/>
              <a:t>Fast performance</a:t>
            </a:r>
            <a:endParaRPr lang="en-US" sz="2800" b="1" dirty="0"/>
          </a:p>
          <a:p>
            <a:r>
              <a:rPr lang="en-US" sz="2800" dirty="0"/>
              <a:t>Mathematical functions</a:t>
            </a:r>
            <a:endParaRPr lang="en-US" sz="2800" b="1" dirty="0"/>
          </a:p>
          <a:p>
            <a:r>
              <a:rPr lang="en-US" sz="2800" dirty="0"/>
              <a:t>Linear algebra</a:t>
            </a:r>
            <a:endParaRPr lang="en-US" sz="2800" b="1" dirty="0"/>
          </a:p>
          <a:p>
            <a:r>
              <a:rPr lang="en-US" sz="2800" dirty="0"/>
              <a:t>Random number generation</a:t>
            </a:r>
          </a:p>
          <a:p>
            <a:r>
              <a:rPr lang="en-US" sz="2800" dirty="0"/>
              <a:t>Data manipulation</a:t>
            </a:r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100114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653EA-ECA1-4501-B0CF-0ED9D69C2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Data Analysis me NumPy bahut important </a:t>
            </a:r>
            <a:r>
              <a:rPr lang="en-US" b="1" dirty="0" err="1">
                <a:solidFill>
                  <a:srgbClr val="FF0000"/>
                </a:solidFill>
              </a:rPr>
              <a:t>hota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hai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7F62F-2236-4192-AAB7-47C7B303C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17" y="1930400"/>
            <a:ext cx="8922619" cy="451852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Data Analysis me NumPy bahut important </a:t>
            </a:r>
            <a:r>
              <a:rPr lang="en-US" b="1" dirty="0" err="1"/>
              <a:t>hota</a:t>
            </a:r>
            <a:r>
              <a:rPr lang="en-US" b="1" dirty="0"/>
              <a:t> </a:t>
            </a:r>
            <a:r>
              <a:rPr lang="en-US" b="1" dirty="0" err="1"/>
              <a:t>hai</a:t>
            </a:r>
            <a:r>
              <a:rPr lang="en-US" dirty="0"/>
              <a:t>, </a:t>
            </a:r>
            <a:r>
              <a:rPr lang="en-US" dirty="0" err="1"/>
              <a:t>kyunki</a:t>
            </a:r>
            <a:r>
              <a:rPr lang="en-US" dirty="0"/>
              <a:t> ye numerical data ko fast process </a:t>
            </a:r>
            <a:r>
              <a:rPr lang="en-US" dirty="0" err="1"/>
              <a:t>karne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liye</a:t>
            </a:r>
            <a:r>
              <a:rPr lang="en-US" dirty="0"/>
              <a:t> use </a:t>
            </a:r>
            <a:r>
              <a:rPr lang="en-US" dirty="0" err="1"/>
              <a:t>hota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Data Analysis me NumPy ka use:</a:t>
            </a:r>
          </a:p>
          <a:p>
            <a:r>
              <a:rPr lang="en-US" sz="2400" dirty="0"/>
              <a:t>Data cleaning</a:t>
            </a:r>
            <a:endParaRPr lang="en-US" sz="2400" b="1" dirty="0">
              <a:solidFill>
                <a:srgbClr val="002060"/>
              </a:solidFill>
            </a:endParaRPr>
          </a:p>
          <a:p>
            <a:r>
              <a:rPr lang="en-US" sz="2400" dirty="0"/>
              <a:t>Numerical calculations</a:t>
            </a:r>
            <a:endParaRPr lang="en-US" sz="2400" b="1" dirty="0">
              <a:solidFill>
                <a:srgbClr val="002060"/>
              </a:solidFill>
            </a:endParaRPr>
          </a:p>
          <a:p>
            <a:r>
              <a:rPr lang="en-US" sz="2400" dirty="0"/>
              <a:t>Statistical analysis</a:t>
            </a:r>
            <a:endParaRPr lang="en-US" sz="2400" b="1" dirty="0">
              <a:solidFill>
                <a:srgbClr val="002060"/>
              </a:solidFill>
            </a:endParaRPr>
          </a:p>
          <a:p>
            <a:r>
              <a:rPr lang="en-US" sz="2400" dirty="0"/>
              <a:t>Array operations</a:t>
            </a:r>
            <a:endParaRPr lang="en-US" sz="2400" b="1" dirty="0">
              <a:solidFill>
                <a:srgbClr val="002060"/>
              </a:solidFill>
            </a:endParaRPr>
          </a:p>
          <a:p>
            <a:r>
              <a:rPr lang="en-US" sz="2400" dirty="0"/>
              <a:t>Matrix calculations</a:t>
            </a:r>
          </a:p>
          <a:p>
            <a:r>
              <a:rPr lang="en-US" sz="2400" dirty="0"/>
              <a:t>Random sampling</a:t>
            </a:r>
          </a:p>
          <a:p>
            <a:r>
              <a:rPr lang="en-US" sz="2400" dirty="0"/>
              <a:t>Machine Learning preprocessing</a:t>
            </a:r>
            <a:endParaRPr lang="en-US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2947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470FA-7BD3-4065-A216-8E2C2941F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8312"/>
          </a:xfrm>
        </p:spPr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Important Libraries: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7639C-434C-4260-AAF8-77D46315B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082" y="1251285"/>
            <a:ext cx="8556920" cy="4790078"/>
          </a:xfrm>
        </p:spPr>
        <p:txBody>
          <a:bodyPr>
            <a:noAutofit/>
          </a:bodyPr>
          <a:lstStyle/>
          <a:p>
            <a:r>
              <a:rPr lang="en-US" sz="2000" b="1" dirty="0"/>
              <a:t>1. NumPy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Arrays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Fast calculations </a:t>
            </a:r>
          </a:p>
          <a:p>
            <a:r>
              <a:rPr lang="en-US" sz="2000" b="1" dirty="0"/>
              <a:t>2. Pandas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/>
              <a:t>DataFrames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CSV/Excel files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Data cleaning </a:t>
            </a:r>
          </a:p>
          <a:p>
            <a:r>
              <a:rPr lang="en-US" sz="2000" b="1" dirty="0"/>
              <a:t>3. Matplotlib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Graphs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Charts </a:t>
            </a:r>
          </a:p>
          <a:p>
            <a:r>
              <a:rPr lang="en-US" sz="2000" b="1" dirty="0"/>
              <a:t>4. Seaborn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Advanced charts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78195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C9DAA-310A-41CB-81DC-9DD3E3A83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956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Data Analysis Workflow:</a:t>
            </a:r>
            <a:br>
              <a:rPr lang="en-US" b="1" dirty="0">
                <a:solidFill>
                  <a:schemeClr val="accent5"/>
                </a:solidFill>
              </a:rPr>
            </a:b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C6E26-BC9C-4E49-A123-EF1A76C20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082" y="1496729"/>
            <a:ext cx="8556920" cy="4544634"/>
          </a:xfrm>
        </p:spPr>
        <p:txBody>
          <a:bodyPr>
            <a:normAutofit fontScale="92500" lnSpcReduction="20000"/>
          </a:bodyPr>
          <a:lstStyle/>
          <a:p>
            <a:pPr>
              <a:buFont typeface="+mj-lt"/>
              <a:buAutoNum type="arabicPeriod"/>
            </a:pPr>
            <a:r>
              <a:rPr lang="en-US" sz="2800" dirty="0"/>
              <a:t>Data collect </a:t>
            </a:r>
            <a:r>
              <a:rPr lang="en-US" sz="2800" dirty="0" err="1"/>
              <a:t>karna</a:t>
            </a:r>
            <a:r>
              <a:rPr lang="en-US" sz="2800" dirty="0"/>
              <a:t> 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Data clean </a:t>
            </a:r>
            <a:r>
              <a:rPr lang="en-US" sz="2800" dirty="0" err="1"/>
              <a:t>karna</a:t>
            </a:r>
            <a:r>
              <a:rPr lang="en-US" sz="2800" dirty="0"/>
              <a:t> 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Data transform </a:t>
            </a:r>
            <a:r>
              <a:rPr lang="en-US" sz="2800" dirty="0" err="1"/>
              <a:t>karna</a:t>
            </a:r>
            <a:r>
              <a:rPr lang="en-US" sz="2800" dirty="0"/>
              <a:t> 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Visualization banana 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Analysis </a:t>
            </a:r>
            <a:r>
              <a:rPr lang="en-US" sz="2800" dirty="0" err="1"/>
              <a:t>karna</a:t>
            </a:r>
            <a:r>
              <a:rPr lang="en-US" sz="2800" dirty="0"/>
              <a:t> 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Report banana</a:t>
            </a:r>
          </a:p>
          <a:p>
            <a:pPr marL="0" indent="0">
              <a:buNone/>
            </a:pPr>
            <a:r>
              <a:rPr lang="en-US" sz="2800" dirty="0"/>
              <a:t>   </a:t>
            </a:r>
          </a:p>
          <a:p>
            <a:pPr marL="0" indent="0">
              <a:buNone/>
            </a:pPr>
            <a:r>
              <a:rPr lang="en-US" sz="2800" dirty="0"/>
              <a:t>    </a:t>
            </a:r>
            <a:r>
              <a:rPr lang="en-US" sz="2800" dirty="0">
                <a:solidFill>
                  <a:schemeClr val="accent5"/>
                </a:solidFill>
              </a:rPr>
              <a:t>import </a:t>
            </a:r>
            <a:r>
              <a:rPr lang="en-US" sz="2800" dirty="0" err="1">
                <a:solidFill>
                  <a:schemeClr val="accent5"/>
                </a:solidFill>
              </a:rPr>
              <a:t>numpy</a:t>
            </a:r>
            <a:r>
              <a:rPr lang="en-US" sz="2800" dirty="0">
                <a:solidFill>
                  <a:schemeClr val="accent5"/>
                </a:solidFill>
              </a:rPr>
              <a:t> as np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5"/>
                </a:solidFill>
              </a:rPr>
              <a:t>    sales = </a:t>
            </a:r>
            <a:r>
              <a:rPr lang="en-US" sz="2800" dirty="0" err="1">
                <a:solidFill>
                  <a:schemeClr val="accent5"/>
                </a:solidFill>
              </a:rPr>
              <a:t>np.array</a:t>
            </a:r>
            <a:r>
              <a:rPr lang="en-US" sz="2800" dirty="0">
                <a:solidFill>
                  <a:schemeClr val="accent5"/>
                </a:solidFill>
              </a:rPr>
              <a:t>([200,300,250,400])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5"/>
                </a:solidFill>
              </a:rPr>
              <a:t>    print("Average Sales:", </a:t>
            </a:r>
            <a:r>
              <a:rPr lang="en-US" sz="2800" dirty="0" err="1">
                <a:solidFill>
                  <a:schemeClr val="accent5"/>
                </a:solidFill>
              </a:rPr>
              <a:t>np.mean</a:t>
            </a:r>
            <a:r>
              <a:rPr lang="en-US" sz="2800" dirty="0">
                <a:solidFill>
                  <a:schemeClr val="accent5"/>
                </a:solidFill>
              </a:rPr>
              <a:t>(sales))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17021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BD8A8-A09D-4497-BC29-BEFEA4C94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Main Topics: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9274E9-AF98-4E55-A40D-4E7C13159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700319"/>
            <a:ext cx="4398961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Slicing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 Deviation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</a:t>
            </a:r>
          </a:p>
        </p:txBody>
      </p:sp>
    </p:spTree>
    <p:extLst>
      <p:ext uri="{BB962C8B-B14F-4D97-AF65-F5344CB8AC3E}">
        <p14:creationId xmlns:p14="http://schemas.microsoft.com/office/powerpoint/2010/main" val="3829937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38FA6-E792-4253-95AD-1CC5DEBBA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CE4CA-6513-4820-9F3E-2B93DD65C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7030A0"/>
                </a:solidFill>
              </a:rPr>
              <a:t>NumPy data analysis ki foundation </a:t>
            </a:r>
            <a:r>
              <a:rPr lang="en-US" sz="3600" dirty="0" err="1">
                <a:solidFill>
                  <a:srgbClr val="7030A0"/>
                </a:solidFill>
              </a:rPr>
              <a:t>hai</a:t>
            </a:r>
            <a:r>
              <a:rPr lang="en-US" sz="3600" dirty="0">
                <a:solidFill>
                  <a:srgbClr val="7030A0"/>
                </a:solidFill>
              </a:rPr>
              <a:t>, Pandas data handle </a:t>
            </a:r>
            <a:r>
              <a:rPr lang="en-US" sz="3600" dirty="0" err="1">
                <a:solidFill>
                  <a:srgbClr val="7030A0"/>
                </a:solidFill>
              </a:rPr>
              <a:t>karta</a:t>
            </a:r>
            <a:r>
              <a:rPr lang="en-US" sz="3600" dirty="0">
                <a:solidFill>
                  <a:srgbClr val="7030A0"/>
                </a:solidFill>
              </a:rPr>
              <a:t> </a:t>
            </a:r>
            <a:r>
              <a:rPr lang="en-US" sz="3600" dirty="0" err="1">
                <a:solidFill>
                  <a:srgbClr val="7030A0"/>
                </a:solidFill>
              </a:rPr>
              <a:t>hai</a:t>
            </a:r>
            <a:r>
              <a:rPr lang="en-US" sz="3600" dirty="0">
                <a:solidFill>
                  <a:srgbClr val="7030A0"/>
                </a:solidFill>
              </a:rPr>
              <a:t>, aur Matplotlib/Seaborn graphs </a:t>
            </a:r>
            <a:r>
              <a:rPr lang="en-US" sz="3600" dirty="0" err="1">
                <a:solidFill>
                  <a:srgbClr val="7030A0"/>
                </a:solidFill>
              </a:rPr>
              <a:t>banate</a:t>
            </a:r>
            <a:r>
              <a:rPr lang="en-US" sz="3600" dirty="0">
                <a:solidFill>
                  <a:srgbClr val="7030A0"/>
                </a:solidFill>
              </a:rPr>
              <a:t> </a:t>
            </a:r>
            <a:r>
              <a:rPr lang="en-US" sz="3600" dirty="0" err="1">
                <a:solidFill>
                  <a:srgbClr val="7030A0"/>
                </a:solidFill>
              </a:rPr>
              <a:t>hain</a:t>
            </a:r>
            <a:r>
              <a:rPr lang="en-US" sz="3600" dirty="0">
                <a:solidFill>
                  <a:srgbClr val="7030A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0406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67CC-7705-4BD9-83E4-1C3DC26AE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D15CF-DAA6-479B-B233-AB915B243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</a:rPr>
              <a:t>pip install </a:t>
            </a:r>
            <a:r>
              <a:rPr lang="en-US" sz="2800" b="1" dirty="0" err="1">
                <a:solidFill>
                  <a:srgbClr val="FF0000"/>
                </a:solidFill>
              </a:rPr>
              <a:t>numpy</a:t>
            </a:r>
            <a:endParaRPr lang="en-US" sz="2800" b="1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sz="3600" b="1" dirty="0"/>
              <a:t>Import NumPy</a:t>
            </a:r>
          </a:p>
          <a:p>
            <a:r>
              <a:rPr lang="en-US" sz="3200" dirty="0">
                <a:solidFill>
                  <a:srgbClr val="FF0000"/>
                </a:solidFill>
              </a:rPr>
              <a:t>import </a:t>
            </a:r>
            <a:r>
              <a:rPr lang="en-US" sz="3200" dirty="0" err="1">
                <a:solidFill>
                  <a:srgbClr val="FF0000"/>
                </a:solidFill>
              </a:rPr>
              <a:t>numpy</a:t>
            </a:r>
            <a:r>
              <a:rPr lang="en-US" sz="3200" dirty="0">
                <a:solidFill>
                  <a:srgbClr val="FF0000"/>
                </a:solidFill>
              </a:rPr>
              <a:t> as np</a:t>
            </a:r>
          </a:p>
        </p:txBody>
      </p:sp>
    </p:spTree>
    <p:extLst>
      <p:ext uri="{BB962C8B-B14F-4D97-AF65-F5344CB8AC3E}">
        <p14:creationId xmlns:p14="http://schemas.microsoft.com/office/powerpoint/2010/main" val="2453797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501D9-D336-43EF-969A-C23B72745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Creating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2FEB5-9060-470A-8FEE-70D95A2EB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72665"/>
            <a:ext cx="8596668" cy="4568697"/>
          </a:xfrm>
        </p:spPr>
        <p:txBody>
          <a:bodyPr/>
          <a:lstStyle/>
          <a:p>
            <a:r>
              <a:rPr lang="en-US" b="1" dirty="0"/>
              <a:t>Python List vs NumPy Array</a:t>
            </a:r>
          </a:p>
          <a:p>
            <a:endParaRPr lang="en-US" b="1" dirty="0"/>
          </a:p>
          <a:p>
            <a:r>
              <a:rPr lang="en-US" b="1" dirty="0"/>
              <a:t>import </a:t>
            </a:r>
            <a:r>
              <a:rPr lang="en-US" b="1" dirty="0" err="1"/>
              <a:t>numpy</a:t>
            </a:r>
            <a:r>
              <a:rPr lang="en-US" b="1" dirty="0"/>
              <a:t> as np</a:t>
            </a:r>
          </a:p>
          <a:p>
            <a:endParaRPr lang="en-US" b="1" dirty="0"/>
          </a:p>
          <a:p>
            <a:r>
              <a:rPr lang="en-US" b="1" dirty="0"/>
              <a:t>a = [1,2,3,4]</a:t>
            </a:r>
          </a:p>
          <a:p>
            <a:r>
              <a:rPr lang="en-US" b="1" dirty="0"/>
              <a:t>b = </a:t>
            </a:r>
            <a:r>
              <a:rPr lang="en-US" b="1" dirty="0" err="1"/>
              <a:t>np.array</a:t>
            </a:r>
            <a:r>
              <a:rPr lang="en-US" b="1" dirty="0"/>
              <a:t>([1,2,3,4])</a:t>
            </a:r>
          </a:p>
          <a:p>
            <a:endParaRPr lang="en-US" b="1" dirty="0"/>
          </a:p>
          <a:p>
            <a:r>
              <a:rPr lang="en-US" b="1" dirty="0"/>
              <a:t>print(a)</a:t>
            </a:r>
          </a:p>
          <a:p>
            <a:r>
              <a:rPr lang="en-US" b="1" dirty="0"/>
              <a:t>print(b)</a:t>
            </a:r>
          </a:p>
        </p:txBody>
      </p:sp>
    </p:spTree>
    <p:extLst>
      <p:ext uri="{BB962C8B-B14F-4D97-AF65-F5344CB8AC3E}">
        <p14:creationId xmlns:p14="http://schemas.microsoft.com/office/powerpoint/2010/main" val="3976670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7DDB9-A63A-48D1-B4A3-F7B154616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Types of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8C446-E165-4177-ADD1-B28E286B3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1541"/>
            <a:ext cx="8596668" cy="4539821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1D Array</a:t>
            </a:r>
          </a:p>
          <a:p>
            <a:r>
              <a:rPr lang="en-US" sz="2800" dirty="0" err="1"/>
              <a:t>arr</a:t>
            </a:r>
            <a:r>
              <a:rPr lang="en-US" sz="2800" dirty="0"/>
              <a:t> = </a:t>
            </a:r>
            <a:r>
              <a:rPr lang="en-US" sz="2800" dirty="0" err="1"/>
              <a:t>np.array</a:t>
            </a:r>
            <a:r>
              <a:rPr lang="en-US" sz="2800" dirty="0"/>
              <a:t>([10,20,30,40])</a:t>
            </a:r>
          </a:p>
          <a:p>
            <a:r>
              <a:rPr lang="en-US" sz="2800" dirty="0"/>
              <a:t>print(</a:t>
            </a:r>
            <a:r>
              <a:rPr lang="en-US" sz="2800" dirty="0" err="1"/>
              <a:t>arr</a:t>
            </a:r>
            <a:r>
              <a:rPr lang="en-US" sz="2800" dirty="0"/>
              <a:t>)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2D Array</a:t>
            </a:r>
          </a:p>
          <a:p>
            <a:r>
              <a:rPr lang="en-US" sz="2800" dirty="0" err="1"/>
              <a:t>arr</a:t>
            </a:r>
            <a:r>
              <a:rPr lang="en-US" sz="2800" dirty="0"/>
              <a:t> = </a:t>
            </a:r>
            <a:r>
              <a:rPr lang="en-US" sz="2800" dirty="0" err="1"/>
              <a:t>np.array</a:t>
            </a:r>
            <a:r>
              <a:rPr lang="en-US" sz="2800" dirty="0"/>
              <a:t>([[1,2],[3,4]])</a:t>
            </a:r>
          </a:p>
          <a:p>
            <a:r>
              <a:rPr lang="en-US" sz="2800" dirty="0"/>
              <a:t>print(</a:t>
            </a:r>
            <a:r>
              <a:rPr lang="en-US" sz="2800" dirty="0" err="1"/>
              <a:t>arr</a:t>
            </a:r>
            <a:r>
              <a:rPr lang="en-US" sz="2800" dirty="0"/>
              <a:t>)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3D Array</a:t>
            </a:r>
          </a:p>
          <a:p>
            <a:r>
              <a:rPr lang="en-US" sz="2800" dirty="0" err="1"/>
              <a:t>arr</a:t>
            </a:r>
            <a:r>
              <a:rPr lang="en-US" sz="2800" dirty="0"/>
              <a:t> = </a:t>
            </a:r>
            <a:r>
              <a:rPr lang="en-US" sz="2800" dirty="0" err="1"/>
              <a:t>np.array</a:t>
            </a:r>
            <a:r>
              <a:rPr lang="en-US" sz="2800" dirty="0"/>
              <a:t>([[[1,2],[3,4]],[[5,6],[7,8]]])</a:t>
            </a:r>
          </a:p>
          <a:p>
            <a:r>
              <a:rPr lang="en-US" sz="2800" dirty="0"/>
              <a:t>print(</a:t>
            </a:r>
            <a:r>
              <a:rPr lang="en-US" sz="2800" dirty="0" err="1"/>
              <a:t>arr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03024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C59F5-D7B9-4988-8CDE-E5BA8D09C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ACF1D8-D179-4701-BA38-85D288EC85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6" y="137961"/>
            <a:ext cx="11446050" cy="6224337"/>
          </a:xfrm>
        </p:spPr>
      </p:pic>
    </p:spTree>
    <p:extLst>
      <p:ext uri="{BB962C8B-B14F-4D97-AF65-F5344CB8AC3E}">
        <p14:creationId xmlns:p14="http://schemas.microsoft.com/office/powerpoint/2010/main" val="63843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D1DD6-73FF-49EF-BA59-390E8E889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9A9322-712A-4052-AFAF-07F8AE953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767722"/>
            <a:ext cx="7983834" cy="5322556"/>
          </a:xfrm>
        </p:spPr>
      </p:pic>
    </p:spTree>
    <p:extLst>
      <p:ext uri="{BB962C8B-B14F-4D97-AF65-F5344CB8AC3E}">
        <p14:creationId xmlns:p14="http://schemas.microsoft.com/office/powerpoint/2010/main" val="860167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A5F72-FB26-415D-A72F-BF49355B7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axis 0 </a:t>
            </a:r>
            <a:r>
              <a:rPr lang="hi-IN" dirty="0"/>
              <a:t>पहले (</a:t>
            </a:r>
            <a:r>
              <a:rPr lang="en-US" dirty="0"/>
              <a:t>Y), axis 1 </a:t>
            </a:r>
            <a:r>
              <a:rPr lang="hi-IN" dirty="0"/>
              <a:t>बाद में (</a:t>
            </a:r>
            <a:r>
              <a:rPr lang="en-US" dirty="0"/>
              <a:t>X)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1EAB8D-8D73-4E50-BF6E-0509377D32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7970" y="3254450"/>
            <a:ext cx="598210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Y-axis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Vertical (</a:t>
            </a:r>
            <a:r>
              <a:rPr kumimoji="0" lang="hi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 panose="02040503050203030202" pitchFamily="18" charset="0"/>
              </a:rPr>
              <a:t>ऊपर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hi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 panose="02040503050203030202" pitchFamily="18" charset="0"/>
              </a:rPr>
              <a:t>नीचे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axis 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X-axis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Horizontal (</a:t>
            </a:r>
            <a:r>
              <a:rPr kumimoji="0" lang="hi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 panose="02040503050203030202" pitchFamily="18" charset="0"/>
              </a:rPr>
              <a:t>बाएँ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hi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 panose="02040503050203030202" pitchFamily="18" charset="0"/>
              </a:rPr>
              <a:t>दाएँ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axis 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 :(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y,x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---row -col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Graph :(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x,y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458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0DCC0-4653-44D6-B3F5-D37308D36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3D Array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A0F28-95DC-42BB-B876-0179EFDF7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(3, 4, 2)</a:t>
            </a:r>
          </a:p>
          <a:p>
            <a:r>
              <a:rPr lang="en-US" b="1" dirty="0"/>
              <a:t>3</a:t>
            </a:r>
            <a:r>
              <a:rPr lang="en-US" dirty="0"/>
              <a:t> → Rows (axis 0)</a:t>
            </a:r>
          </a:p>
          <a:p>
            <a:r>
              <a:rPr lang="en-US" b="1" dirty="0"/>
              <a:t>4</a:t>
            </a:r>
            <a:r>
              <a:rPr lang="en-US" dirty="0"/>
              <a:t> → Columns (axis 1)</a:t>
            </a:r>
          </a:p>
          <a:p>
            <a:r>
              <a:rPr lang="en-US" b="1" dirty="0"/>
              <a:t>2</a:t>
            </a:r>
            <a:r>
              <a:rPr lang="en-US" dirty="0"/>
              <a:t> → Depth / Layers (axis 2)</a:t>
            </a:r>
          </a:p>
          <a:p>
            <a:r>
              <a:rPr lang="hi-IN" dirty="0"/>
              <a:t>सामने वाली </a:t>
            </a:r>
            <a:r>
              <a:rPr lang="en-US" dirty="0"/>
              <a:t>grid = 3 rows × 4 columns</a:t>
            </a:r>
          </a:p>
          <a:p>
            <a:r>
              <a:rPr lang="hi-IN" dirty="0"/>
              <a:t>पीछे एक और </a:t>
            </a:r>
            <a:r>
              <a:rPr lang="en-US" dirty="0"/>
              <a:t>layer</a:t>
            </a:r>
          </a:p>
          <a:p>
            <a:r>
              <a:rPr lang="hi-IN" dirty="0"/>
              <a:t>कुल 2 </a:t>
            </a:r>
            <a:r>
              <a:rPr lang="en-US" dirty="0"/>
              <a:t>layers</a:t>
            </a:r>
          </a:p>
          <a:p>
            <a:r>
              <a:rPr lang="en-US" b="1" dirty="0"/>
              <a:t>axis 0</a:t>
            </a:r>
            <a:r>
              <a:rPr lang="en-US" dirty="0"/>
              <a:t> ↓ </a:t>
            </a:r>
            <a:r>
              <a:rPr lang="hi-IN" dirty="0"/>
              <a:t>ऊपर से नीचे (</a:t>
            </a:r>
            <a:r>
              <a:rPr lang="en-US" dirty="0"/>
              <a:t>Rows)</a:t>
            </a:r>
          </a:p>
          <a:p>
            <a:r>
              <a:rPr lang="en-US" b="1" dirty="0"/>
              <a:t>axis 1</a:t>
            </a:r>
            <a:r>
              <a:rPr lang="en-US" dirty="0"/>
              <a:t> → </a:t>
            </a:r>
            <a:r>
              <a:rPr lang="hi-IN" dirty="0"/>
              <a:t>बाएँ से दाएँ (</a:t>
            </a:r>
            <a:r>
              <a:rPr lang="en-US" dirty="0"/>
              <a:t>Columns)</a:t>
            </a:r>
          </a:p>
          <a:p>
            <a:r>
              <a:rPr lang="en-US" b="1" dirty="0"/>
              <a:t>axis 2</a:t>
            </a:r>
            <a:r>
              <a:rPr lang="en-US" dirty="0"/>
              <a:t> ↗ </a:t>
            </a:r>
            <a:r>
              <a:rPr lang="hi-IN" dirty="0"/>
              <a:t>आगे से पीछे (</a:t>
            </a:r>
            <a:r>
              <a:rPr lang="en-US" dirty="0"/>
              <a:t>Depth)</a:t>
            </a:r>
          </a:p>
        </p:txBody>
      </p:sp>
    </p:spTree>
    <p:extLst>
      <p:ext uri="{BB962C8B-B14F-4D97-AF65-F5344CB8AC3E}">
        <p14:creationId xmlns:p14="http://schemas.microsoft.com/office/powerpoint/2010/main" val="3971386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E3440-8608-47FF-9114-4A11BB64A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Array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CE35F-F67B-4BB4-AB8F-384F28C63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477479"/>
            <a:ext cx="8633922" cy="4563884"/>
          </a:xfrm>
        </p:spPr>
        <p:txBody>
          <a:bodyPr/>
          <a:lstStyle/>
          <a:p>
            <a:r>
              <a:rPr lang="en-US" b="1" dirty="0" err="1"/>
              <a:t>arr</a:t>
            </a:r>
            <a:r>
              <a:rPr lang="en-US" b="1" dirty="0"/>
              <a:t> = </a:t>
            </a:r>
            <a:r>
              <a:rPr lang="en-US" b="1" dirty="0" err="1"/>
              <a:t>np.array</a:t>
            </a:r>
            <a:r>
              <a:rPr lang="en-US" b="1" dirty="0"/>
              <a:t>([[1,2,3],[4,5,6]])</a:t>
            </a:r>
          </a:p>
          <a:p>
            <a:endParaRPr lang="en-US" b="1" dirty="0"/>
          </a:p>
          <a:p>
            <a:r>
              <a:rPr lang="en-US" b="1" dirty="0"/>
              <a:t>print(</a:t>
            </a:r>
            <a:r>
              <a:rPr lang="en-US" b="1" dirty="0" err="1"/>
              <a:t>arr.ndim</a:t>
            </a:r>
            <a:r>
              <a:rPr lang="en-US" b="1" dirty="0"/>
              <a:t>)   # Dimension</a:t>
            </a:r>
          </a:p>
          <a:p>
            <a:r>
              <a:rPr lang="en-US" b="1" dirty="0"/>
              <a:t>print(</a:t>
            </a:r>
            <a:r>
              <a:rPr lang="en-US" b="1" dirty="0" err="1"/>
              <a:t>arr.shape</a:t>
            </a:r>
            <a:r>
              <a:rPr lang="en-US" b="1" dirty="0"/>
              <a:t>)  # Rows, Columns</a:t>
            </a:r>
          </a:p>
          <a:p>
            <a:r>
              <a:rPr lang="en-US" b="1" dirty="0"/>
              <a:t>print(</a:t>
            </a:r>
            <a:r>
              <a:rPr lang="en-US" b="1" dirty="0" err="1"/>
              <a:t>arr.size</a:t>
            </a:r>
            <a:r>
              <a:rPr lang="en-US" b="1" dirty="0"/>
              <a:t>)   # Total elements</a:t>
            </a:r>
          </a:p>
          <a:p>
            <a:r>
              <a:rPr lang="en-US" b="1" dirty="0"/>
              <a:t>print(</a:t>
            </a:r>
            <a:r>
              <a:rPr lang="en-US" b="1" dirty="0" err="1"/>
              <a:t>arr.dtype</a:t>
            </a:r>
            <a:r>
              <a:rPr lang="en-US" b="1" dirty="0"/>
              <a:t>)  # Data type</a:t>
            </a:r>
          </a:p>
        </p:txBody>
      </p:sp>
    </p:spTree>
    <p:extLst>
      <p:ext uri="{BB962C8B-B14F-4D97-AF65-F5344CB8AC3E}">
        <p14:creationId xmlns:p14="http://schemas.microsoft.com/office/powerpoint/2010/main" val="2055149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59067-07B1-43E3-A22F-408E7523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Special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FB44C-2D15-4E33-91B5-7FC8CB5A6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891" y="1347537"/>
            <a:ext cx="8706111" cy="4693825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Zeros</a:t>
            </a:r>
          </a:p>
          <a:p>
            <a:r>
              <a:rPr lang="en-US" sz="2800" dirty="0" err="1"/>
              <a:t>np.zeros</a:t>
            </a:r>
            <a:r>
              <a:rPr lang="en-US" sz="2800" dirty="0"/>
              <a:t>((2,3))</a:t>
            </a:r>
          </a:p>
          <a:p>
            <a:r>
              <a:rPr lang="en-US" sz="2800" dirty="0"/>
              <a:t>Ones</a:t>
            </a:r>
          </a:p>
          <a:p>
            <a:r>
              <a:rPr lang="en-US" sz="2800" dirty="0" err="1"/>
              <a:t>np.ones</a:t>
            </a:r>
            <a:r>
              <a:rPr lang="en-US" sz="2800" dirty="0"/>
              <a:t>((3,3))</a:t>
            </a:r>
          </a:p>
          <a:p>
            <a:r>
              <a:rPr lang="en-US" sz="2800" dirty="0"/>
              <a:t>Identity Matrix</a:t>
            </a:r>
          </a:p>
          <a:p>
            <a:r>
              <a:rPr lang="en-US" sz="2800" dirty="0" err="1"/>
              <a:t>np.eye</a:t>
            </a:r>
            <a:r>
              <a:rPr lang="en-US" sz="2800" dirty="0"/>
              <a:t>(3)</a:t>
            </a:r>
          </a:p>
          <a:p>
            <a:r>
              <a:rPr lang="en-US" sz="2800" dirty="0"/>
              <a:t>Range</a:t>
            </a:r>
          </a:p>
          <a:p>
            <a:r>
              <a:rPr lang="en-US" sz="2800" dirty="0" err="1"/>
              <a:t>np.arange</a:t>
            </a:r>
            <a:r>
              <a:rPr lang="en-US" sz="2800" dirty="0"/>
              <a:t>(1,10,2)</a:t>
            </a:r>
          </a:p>
          <a:p>
            <a:r>
              <a:rPr lang="en-US" sz="2800" dirty="0"/>
              <a:t>Line Space</a:t>
            </a:r>
          </a:p>
          <a:p>
            <a:r>
              <a:rPr lang="en-US" sz="2800" dirty="0" err="1"/>
              <a:t>np.linspace</a:t>
            </a:r>
            <a:r>
              <a:rPr lang="en-US" sz="2800" dirty="0"/>
              <a:t>(0,10,5)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49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2AF5D-CEB0-4E36-8FA9-48ACC64B3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8CA35E-332F-4833-9551-ECE274668B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529390"/>
            <a:ext cx="9515322" cy="5948412"/>
          </a:xfrm>
        </p:spPr>
      </p:pic>
    </p:spTree>
    <p:extLst>
      <p:ext uri="{BB962C8B-B14F-4D97-AF65-F5344CB8AC3E}">
        <p14:creationId xmlns:p14="http://schemas.microsoft.com/office/powerpoint/2010/main" val="4115428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E9F42-0D60-4B6E-A086-A2348B2C2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14C7E0-8862-4B21-A41A-2FEFAA1B7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2" y="2136808"/>
            <a:ext cx="11269517" cy="3175699"/>
          </a:xfrm>
        </p:spPr>
      </p:pic>
    </p:spTree>
    <p:extLst>
      <p:ext uri="{BB962C8B-B14F-4D97-AF65-F5344CB8AC3E}">
        <p14:creationId xmlns:p14="http://schemas.microsoft.com/office/powerpoint/2010/main" val="40774288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A5BF7-6880-4A05-BE1C-66AE90C72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EE8B38-C768-476A-A48E-41BBB901CC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2" y="2189747"/>
            <a:ext cx="11318899" cy="3081831"/>
          </a:xfrm>
        </p:spPr>
      </p:pic>
    </p:spTree>
    <p:extLst>
      <p:ext uri="{BB962C8B-B14F-4D97-AF65-F5344CB8AC3E}">
        <p14:creationId xmlns:p14="http://schemas.microsoft.com/office/powerpoint/2010/main" val="3056503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83D78-A1F3-43F4-8DD3-507DCB8CC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Pandas</a:t>
            </a:r>
            <a:r>
              <a:rPr lang="en-US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 </a:t>
            </a:r>
            <a:br>
              <a:rPr lang="en-US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FC550-5D8F-49F6-B5AB-FFFA51D42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5229"/>
            <a:ext cx="8894990" cy="4629752"/>
          </a:xfrm>
        </p:spPr>
        <p:txBody>
          <a:bodyPr/>
          <a:lstStyle/>
          <a:p>
            <a:r>
              <a:rPr lang="en-US" sz="3200" b="1" dirty="0"/>
              <a:t>Pandas</a:t>
            </a:r>
            <a:r>
              <a:rPr lang="en-US" sz="3200" dirty="0"/>
              <a:t> Python ki powerful library </a:t>
            </a:r>
            <a:r>
              <a:rPr lang="en-US" sz="3200" dirty="0" err="1"/>
              <a:t>hai</a:t>
            </a:r>
            <a:r>
              <a:rPr lang="en-US" sz="3200" dirty="0"/>
              <a:t> jo: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Data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Data Cleaning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Data Manipulation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CSV/Excel Handling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Statistical Analysis </a:t>
            </a:r>
          </a:p>
          <a:p>
            <a:r>
              <a:rPr lang="en-US" sz="3200" dirty="0" err="1"/>
              <a:t>ke</a:t>
            </a:r>
            <a:r>
              <a:rPr lang="en-US" sz="3200" dirty="0"/>
              <a:t> </a:t>
            </a:r>
            <a:r>
              <a:rPr lang="en-US" sz="3200" dirty="0" err="1"/>
              <a:t>liye</a:t>
            </a:r>
            <a:r>
              <a:rPr lang="en-US" sz="3200" dirty="0"/>
              <a:t> use </a:t>
            </a:r>
            <a:r>
              <a:rPr lang="en-US" sz="3200" dirty="0" err="1"/>
              <a:t>hoti</a:t>
            </a:r>
            <a:r>
              <a:rPr lang="en-US" sz="3200" dirty="0"/>
              <a:t> </a:t>
            </a:r>
            <a:r>
              <a:rPr lang="en-US" sz="3200" dirty="0" err="1"/>
              <a:t>hai</a:t>
            </a:r>
            <a:r>
              <a:rPr lang="en-US" sz="32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842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CB675-61D5-46CF-9CA0-20C0E03C6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Pandas 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494F5-F17C-43F2-A941-5676FEA03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4165"/>
            <a:ext cx="8596668" cy="4607198"/>
          </a:xfrm>
        </p:spPr>
        <p:txBody>
          <a:bodyPr>
            <a:normAutofit/>
          </a:bodyPr>
          <a:lstStyle/>
          <a:p>
            <a:r>
              <a:rPr lang="en-US" sz="2800" b="1" dirty="0"/>
              <a:t>Pandas</a:t>
            </a:r>
            <a:r>
              <a:rPr lang="en-US" sz="2800" dirty="0"/>
              <a:t> Python ki </a:t>
            </a:r>
            <a:r>
              <a:rPr lang="en-US" sz="2800" dirty="0" err="1"/>
              <a:t>ek</a:t>
            </a:r>
            <a:r>
              <a:rPr lang="en-US" sz="2800" dirty="0"/>
              <a:t> popular open-source library </a:t>
            </a:r>
            <a:r>
              <a:rPr lang="en-US" sz="2800" dirty="0" err="1"/>
              <a:t>hai</a:t>
            </a:r>
            <a:r>
              <a:rPr lang="en-US" sz="2800" dirty="0"/>
              <a:t> jo </a:t>
            </a:r>
            <a:r>
              <a:rPr lang="en-US" sz="2800" b="1" dirty="0"/>
              <a:t>data analysis aur data manipulation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liye</a:t>
            </a:r>
            <a:r>
              <a:rPr lang="en-US" sz="2800" dirty="0"/>
              <a:t> use </a:t>
            </a:r>
            <a:r>
              <a:rPr lang="en-US" sz="2800" dirty="0" err="1"/>
              <a:t>hoti</a:t>
            </a:r>
            <a:r>
              <a:rPr lang="en-US" sz="2800" dirty="0"/>
              <a:t> </a:t>
            </a:r>
            <a:r>
              <a:rPr lang="en-US" sz="2800" dirty="0" err="1"/>
              <a:t>hai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Ye structured data (rows aur columns) ko handle </a:t>
            </a:r>
            <a:r>
              <a:rPr lang="en-US" sz="2800" dirty="0" err="1"/>
              <a:t>karne</a:t>
            </a:r>
            <a:r>
              <a:rPr lang="en-US" sz="2800" dirty="0"/>
              <a:t> </a:t>
            </a:r>
            <a:r>
              <a:rPr lang="en-US" sz="2800" dirty="0" err="1"/>
              <a:t>mein</a:t>
            </a:r>
            <a:r>
              <a:rPr lang="en-US" sz="2800" dirty="0"/>
              <a:t> help </a:t>
            </a:r>
            <a:r>
              <a:rPr lang="en-US" sz="2800" dirty="0" err="1"/>
              <a:t>karti</a:t>
            </a:r>
            <a:r>
              <a:rPr lang="en-US" sz="2800" dirty="0"/>
              <a:t> </a:t>
            </a:r>
            <a:r>
              <a:rPr lang="en-US" sz="2800" dirty="0" err="1"/>
              <a:t>hai</a:t>
            </a:r>
            <a:r>
              <a:rPr lang="en-US" sz="2800" dirty="0"/>
              <a:t>, </a:t>
            </a:r>
            <a:r>
              <a:rPr lang="en-US" sz="2800" dirty="0" err="1"/>
              <a:t>bilkul</a:t>
            </a:r>
            <a:r>
              <a:rPr lang="en-US" sz="2800" dirty="0"/>
              <a:t> Excel sheet ki </a:t>
            </a:r>
            <a:r>
              <a:rPr lang="en-US" sz="2800" dirty="0" err="1"/>
              <a:t>tarah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r>
              <a:rPr lang="en-US" sz="2800" dirty="0"/>
              <a:t>Pandas ka use large data ko read, clean, organize, analyze aur process </a:t>
            </a:r>
            <a:r>
              <a:rPr lang="en-US" sz="2800" dirty="0" err="1"/>
              <a:t>karne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liye</a:t>
            </a:r>
            <a:r>
              <a:rPr lang="en-US" sz="2800" dirty="0"/>
              <a:t> </a:t>
            </a:r>
            <a:r>
              <a:rPr lang="en-US" sz="2800" dirty="0" err="1"/>
              <a:t>hota</a:t>
            </a:r>
            <a:r>
              <a:rPr lang="en-US" sz="2800" dirty="0"/>
              <a:t> </a:t>
            </a:r>
            <a:r>
              <a:rPr lang="en-US" sz="2800" dirty="0" err="1"/>
              <a:t>hai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644201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D0FF9-C2C3-4AA3-8936-474DA3B51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Why Pandas Important Hai?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80C82F-36BF-470E-A2EA-315EF5F73D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331260"/>
            <a:ext cx="841127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CSV/Excel files read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karna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karna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values handle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karna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Reports banana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liye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prepare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karna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8986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7848C-6237-4492-A5D3-7F3D78092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Life Use: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8610B5-24C4-498B-812F-3B4FB73C80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records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reports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 automation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science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preprocessing </a:t>
            </a:r>
          </a:p>
        </p:txBody>
      </p:sp>
    </p:spTree>
    <p:extLst>
      <p:ext uri="{BB962C8B-B14F-4D97-AF65-F5344CB8AC3E}">
        <p14:creationId xmlns:p14="http://schemas.microsoft.com/office/powerpoint/2010/main" val="1543695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AFE22-FEB2-4CE5-AE69-BB3C5BE75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Install Karna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8CCBC-C87E-4CFB-B18B-B16FBED25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pip install pandas</a:t>
            </a:r>
          </a:p>
          <a:p>
            <a:r>
              <a:rPr lang="en-US" dirty="0"/>
              <a:t>import pandas as pd</a:t>
            </a:r>
          </a:p>
        </p:txBody>
      </p:sp>
    </p:spTree>
    <p:extLst>
      <p:ext uri="{BB962C8B-B14F-4D97-AF65-F5344CB8AC3E}">
        <p14:creationId xmlns:p14="http://schemas.microsoft.com/office/powerpoint/2010/main" val="42354715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7E97-B096-468B-93D7-121ACBED1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B054D-369D-4747-9A55-91E604739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1. Series</a:t>
            </a:r>
          </a:p>
          <a:p>
            <a:r>
              <a:rPr lang="en-US" sz="2800" dirty="0"/>
              <a:t>Single column data.</a:t>
            </a:r>
          </a:p>
          <a:p>
            <a:r>
              <a:rPr lang="en-US" sz="2800" dirty="0"/>
              <a:t>import pandas as pd</a:t>
            </a:r>
          </a:p>
          <a:p>
            <a:endParaRPr lang="en-US" sz="2800" dirty="0"/>
          </a:p>
          <a:p>
            <a:r>
              <a:rPr lang="en-US" sz="2800" dirty="0"/>
              <a:t>s = </a:t>
            </a:r>
            <a:r>
              <a:rPr lang="en-US" sz="2800" dirty="0" err="1"/>
              <a:t>pd.Series</a:t>
            </a:r>
            <a:r>
              <a:rPr lang="en-US" sz="2800" dirty="0"/>
              <a:t>([10,20,30,40])</a:t>
            </a:r>
          </a:p>
          <a:p>
            <a:r>
              <a:rPr lang="en-US" sz="2800" dirty="0"/>
              <a:t>print(s)</a:t>
            </a:r>
          </a:p>
        </p:txBody>
      </p:sp>
    </p:spTree>
    <p:extLst>
      <p:ext uri="{BB962C8B-B14F-4D97-AF65-F5344CB8AC3E}">
        <p14:creationId xmlns:p14="http://schemas.microsoft.com/office/powerpoint/2010/main" val="40961674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B0AA3-30F9-4504-9675-9DFD1DB6D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600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Statistics Kya Hai?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88314-39F8-4270-9E00-071DC594E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84421"/>
            <a:ext cx="8596668" cy="4356941"/>
          </a:xfrm>
        </p:spPr>
        <p:txBody>
          <a:bodyPr/>
          <a:lstStyle/>
          <a:p>
            <a:r>
              <a:rPr lang="en-US" sz="2800" dirty="0"/>
              <a:t>Statistics </a:t>
            </a:r>
            <a:r>
              <a:rPr lang="en-US" sz="2800" dirty="0" err="1"/>
              <a:t>ek</a:t>
            </a:r>
            <a:r>
              <a:rPr lang="en-US" sz="2800" dirty="0"/>
              <a:t> </a:t>
            </a:r>
            <a:r>
              <a:rPr lang="en-US" sz="2800" dirty="0" err="1"/>
              <a:t>aisa</a:t>
            </a:r>
            <a:r>
              <a:rPr lang="en-US" sz="2800" dirty="0"/>
              <a:t> subject </a:t>
            </a:r>
            <a:r>
              <a:rPr lang="en-US" sz="2800" dirty="0" err="1"/>
              <a:t>hai</a:t>
            </a:r>
            <a:r>
              <a:rPr lang="en-US" sz="2800" dirty="0"/>
              <a:t> </a:t>
            </a:r>
            <a:r>
              <a:rPr lang="en-US" sz="2800" dirty="0" err="1"/>
              <a:t>jisme</a:t>
            </a:r>
            <a:r>
              <a:rPr lang="en-US" sz="2800" dirty="0"/>
              <a:t> hum data ko</a:t>
            </a:r>
          </a:p>
          <a:p>
            <a:r>
              <a:rPr lang="en-US" sz="2800" dirty="0"/>
              <a:t>Collect </a:t>
            </a:r>
            <a:r>
              <a:rPr lang="en-US" sz="2800" dirty="0" err="1"/>
              <a:t>karte</a:t>
            </a:r>
            <a:r>
              <a:rPr lang="en-US" sz="2800" dirty="0"/>
              <a:t> </a:t>
            </a:r>
            <a:r>
              <a:rPr lang="en-US" sz="2800" dirty="0" err="1"/>
              <a:t>hain</a:t>
            </a:r>
            <a:endParaRPr lang="en-US" sz="2800" dirty="0"/>
          </a:p>
          <a:p>
            <a:r>
              <a:rPr lang="en-US" sz="2800" dirty="0"/>
              <a:t>Organize </a:t>
            </a:r>
            <a:r>
              <a:rPr lang="en-US" sz="2800" dirty="0" err="1"/>
              <a:t>karte</a:t>
            </a:r>
            <a:r>
              <a:rPr lang="en-US" sz="2800" dirty="0"/>
              <a:t> </a:t>
            </a:r>
            <a:r>
              <a:rPr lang="en-US" sz="2800" dirty="0" err="1"/>
              <a:t>hain</a:t>
            </a:r>
            <a:endParaRPr lang="en-US" sz="2800" dirty="0"/>
          </a:p>
          <a:p>
            <a:r>
              <a:rPr lang="en-US" sz="2800" dirty="0"/>
              <a:t>Analyze </a:t>
            </a:r>
            <a:r>
              <a:rPr lang="en-US" sz="2800" dirty="0" err="1"/>
              <a:t>karte</a:t>
            </a:r>
            <a:r>
              <a:rPr lang="en-US" sz="2800" dirty="0"/>
              <a:t> </a:t>
            </a:r>
            <a:r>
              <a:rPr lang="en-US" sz="2800" dirty="0" err="1"/>
              <a:t>hain</a:t>
            </a:r>
            <a:endParaRPr lang="en-US" sz="2800" dirty="0"/>
          </a:p>
          <a:p>
            <a:r>
              <a:rPr lang="en-US" sz="2800" dirty="0"/>
              <a:t>Understand </a:t>
            </a:r>
            <a:r>
              <a:rPr lang="en-US" sz="2800" dirty="0" err="1"/>
              <a:t>karte</a:t>
            </a:r>
            <a:r>
              <a:rPr lang="en-US" sz="2800" dirty="0"/>
              <a:t> </a:t>
            </a:r>
            <a:r>
              <a:rPr lang="en-US" sz="2800" dirty="0" err="1"/>
              <a:t>hain</a:t>
            </a:r>
            <a:endParaRPr lang="en-US" sz="2800" dirty="0"/>
          </a:p>
          <a:p>
            <a:r>
              <a:rPr lang="en-US" sz="2800" dirty="0" err="1"/>
              <a:t>taaki</a:t>
            </a:r>
            <a:r>
              <a:rPr lang="en-US" sz="2800" dirty="0"/>
              <a:t> </a:t>
            </a:r>
            <a:r>
              <a:rPr lang="en-US" sz="2800" dirty="0" err="1"/>
              <a:t>sahi</a:t>
            </a:r>
            <a:r>
              <a:rPr lang="en-US" sz="2800" dirty="0"/>
              <a:t> decision le </a:t>
            </a:r>
            <a:r>
              <a:rPr lang="en-US" sz="2800" dirty="0" err="1"/>
              <a:t>sakein</a:t>
            </a:r>
            <a:r>
              <a:rPr lang="en-US" sz="2800" dirty="0"/>
              <a:t>.</a:t>
            </a:r>
          </a:p>
          <a:p>
            <a:r>
              <a:rPr lang="en-US" sz="2800" dirty="0"/>
              <a:t>Ye Data Analytics, AI, ML, Banking, Business, Medical sab </a:t>
            </a:r>
            <a:r>
              <a:rPr lang="en-US" sz="2800" dirty="0" err="1"/>
              <a:t>jagah</a:t>
            </a:r>
            <a:r>
              <a:rPr lang="en-US" sz="2800" dirty="0"/>
              <a:t> use </a:t>
            </a:r>
            <a:r>
              <a:rPr lang="en-US" sz="2800" dirty="0" err="1"/>
              <a:t>hota</a:t>
            </a:r>
            <a:r>
              <a:rPr lang="en-US" sz="2800" dirty="0"/>
              <a:t> </a:t>
            </a:r>
            <a:r>
              <a:rPr lang="en-US" sz="2800" dirty="0" err="1"/>
              <a:t>hai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17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7297-4B96-407A-B5FD-8FFE9972C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493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Real Life Example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A24CEA-7217-4D9C-BCD9-A4E4C4C0D2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9938" y="1631950"/>
            <a:ext cx="8504237" cy="441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marks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85917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342</TotalTime>
  <Words>966</Words>
  <Application>Microsoft Office PowerPoint</Application>
  <PresentationFormat>Widescreen</PresentationFormat>
  <Paragraphs>210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Arial Unicode MS</vt:lpstr>
      <vt:lpstr>Roboto</vt:lpstr>
      <vt:lpstr>Trebuchet MS</vt:lpstr>
      <vt:lpstr>Wingdings 3</vt:lpstr>
      <vt:lpstr>Facet</vt:lpstr>
      <vt:lpstr>NumPy Complete Notes</vt:lpstr>
      <vt:lpstr>Data Analysis kya karta hai?</vt:lpstr>
      <vt:lpstr>Example:</vt:lpstr>
      <vt:lpstr>Machine Learning kya karta hai?</vt:lpstr>
      <vt:lpstr>Example:</vt:lpstr>
      <vt:lpstr>Simple language:</vt:lpstr>
      <vt:lpstr>PowerPoint Presentation</vt:lpstr>
      <vt:lpstr>PowerPoint Presentation</vt:lpstr>
      <vt:lpstr>Introduction to NumPy</vt:lpstr>
      <vt:lpstr>Introduction to NumPy</vt:lpstr>
      <vt:lpstr>Data Analysis me NumPy bahut important hota hai</vt:lpstr>
      <vt:lpstr>Important Libraries:</vt:lpstr>
      <vt:lpstr>Data Analysis Workflow: </vt:lpstr>
      <vt:lpstr>Main Topics:</vt:lpstr>
      <vt:lpstr>PowerPoint Presentation</vt:lpstr>
      <vt:lpstr>Installation</vt:lpstr>
      <vt:lpstr>Creating Arrays</vt:lpstr>
      <vt:lpstr>Types of Arrays</vt:lpstr>
      <vt:lpstr>PowerPoint Presentation</vt:lpstr>
      <vt:lpstr>PowerPoint Presentation</vt:lpstr>
      <vt:lpstr>axis 0 पहले (Y), axis 1 बाद में (X) </vt:lpstr>
      <vt:lpstr>3D Array </vt:lpstr>
      <vt:lpstr>Array Properties</vt:lpstr>
      <vt:lpstr>Special Arrays</vt:lpstr>
      <vt:lpstr>PowerPoint Presentation</vt:lpstr>
      <vt:lpstr>PowerPoint Presentation</vt:lpstr>
      <vt:lpstr>PowerPoint Presentation</vt:lpstr>
      <vt:lpstr>Pandas  </vt:lpstr>
      <vt:lpstr>Pandas Introduction </vt:lpstr>
      <vt:lpstr>Why Pandas Important Hai?</vt:lpstr>
      <vt:lpstr>Real Life Use:</vt:lpstr>
      <vt:lpstr>Pandas Install Karna</vt:lpstr>
      <vt:lpstr>Main Data Structures</vt:lpstr>
      <vt:lpstr>Statistics Kya Hai?</vt:lpstr>
      <vt:lpstr>Real Life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 Complete Notes</dc:title>
  <dc:creator>pninfosys comapny</dc:creator>
  <cp:lastModifiedBy>pninfosys comapny</cp:lastModifiedBy>
  <cp:revision>4</cp:revision>
  <dcterms:created xsi:type="dcterms:W3CDTF">2026-05-02T13:49:58Z</dcterms:created>
  <dcterms:modified xsi:type="dcterms:W3CDTF">2026-05-19T11:11:07Z</dcterms:modified>
</cp:coreProperties>
</file>